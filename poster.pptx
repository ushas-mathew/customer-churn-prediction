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Lst>
  <p:sldSz cx="30275213" cy="4280376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2D7E7"/>
    <a:srgbClr val="008000"/>
    <a:srgbClr val="247194"/>
    <a:srgbClr val="00BBD6"/>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5" autoAdjust="0"/>
    <p:restoredTop sz="94660"/>
  </p:normalViewPr>
  <p:slideViewPr>
    <p:cSldViewPr snapToGrid="0">
      <p:cViewPr varScale="1">
        <p:scale>
          <a:sx n="17" d="100"/>
          <a:sy n="17" d="100"/>
        </p:scale>
        <p:origin x="212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B8E4A21-2ACF-48D1-9FB6-11FDC32321DE}" type="doc">
      <dgm:prSet loTypeId="urn:microsoft.com/office/officeart/2005/8/layout/bProcess3" loCatId="process" qsTypeId="urn:microsoft.com/office/officeart/2005/8/quickstyle/simple1" qsCatId="simple" csTypeId="urn:microsoft.com/office/officeart/2005/8/colors/colorful5" csCatId="colorful" phldr="1"/>
      <dgm:spPr/>
      <dgm:t>
        <a:bodyPr/>
        <a:lstStyle/>
        <a:p>
          <a:endParaRPr lang="en-US"/>
        </a:p>
      </dgm:t>
    </dgm:pt>
    <dgm:pt modelId="{1E1AA8C3-0A73-4AA6-A916-9B1E431F2645}">
      <dgm:prSet phldrT="[Text]" custT="1"/>
      <dgm:spPr/>
      <dgm:t>
        <a:bodyPr/>
        <a:lstStyle/>
        <a:p>
          <a:r>
            <a:rPr lang="en-US" sz="2400" b="1" i="0" dirty="0"/>
            <a:t>Data Collection</a:t>
          </a:r>
          <a:endParaRPr lang="en-US" sz="2400" dirty="0"/>
        </a:p>
      </dgm:t>
    </dgm:pt>
    <dgm:pt modelId="{A0C3F1CA-B8FA-4981-B590-4EC8EE50514F}" type="parTrans" cxnId="{55EC6B9F-393B-4C4A-94C4-EA076C68761E}">
      <dgm:prSet/>
      <dgm:spPr/>
      <dgm:t>
        <a:bodyPr/>
        <a:lstStyle/>
        <a:p>
          <a:endParaRPr lang="en-US"/>
        </a:p>
      </dgm:t>
    </dgm:pt>
    <dgm:pt modelId="{32F8CD80-D521-4384-A0AB-2AD9B3E4F24D}" type="sibTrans" cxnId="{55EC6B9F-393B-4C4A-94C4-EA076C68761E}">
      <dgm:prSet/>
      <dgm:spPr/>
      <dgm:t>
        <a:bodyPr/>
        <a:lstStyle/>
        <a:p>
          <a:endParaRPr lang="en-US"/>
        </a:p>
      </dgm:t>
    </dgm:pt>
    <dgm:pt modelId="{727D0515-3C53-4697-846E-1B2979529EE7}">
      <dgm:prSet phldrT="[Text]" custT="1"/>
      <dgm:spPr/>
      <dgm:t>
        <a:bodyPr/>
        <a:lstStyle/>
        <a:p>
          <a:r>
            <a:rPr lang="en-US" sz="2400" b="1" i="0" dirty="0"/>
            <a:t>Data Preprocessing:</a:t>
          </a:r>
          <a:endParaRPr lang="en-US" sz="2400" dirty="0"/>
        </a:p>
      </dgm:t>
    </dgm:pt>
    <dgm:pt modelId="{F112FA23-9788-4B0A-960F-75C650DE7F47}" type="parTrans" cxnId="{25FB0B22-1A53-4E2A-8654-3711000C1894}">
      <dgm:prSet/>
      <dgm:spPr/>
      <dgm:t>
        <a:bodyPr/>
        <a:lstStyle/>
        <a:p>
          <a:endParaRPr lang="en-US"/>
        </a:p>
      </dgm:t>
    </dgm:pt>
    <dgm:pt modelId="{B701661C-CEB0-455A-AABA-46F9CF30461D}" type="sibTrans" cxnId="{25FB0B22-1A53-4E2A-8654-3711000C1894}">
      <dgm:prSet/>
      <dgm:spPr/>
      <dgm:t>
        <a:bodyPr/>
        <a:lstStyle/>
        <a:p>
          <a:endParaRPr lang="en-US"/>
        </a:p>
      </dgm:t>
    </dgm:pt>
    <dgm:pt modelId="{47F1F5E8-2C3D-4B64-AFFD-8405B23DDEAC}">
      <dgm:prSet phldrT="[Text]" custT="1"/>
      <dgm:spPr/>
      <dgm:t>
        <a:bodyPr/>
        <a:lstStyle/>
        <a:p>
          <a:r>
            <a:rPr lang="en-US" sz="2400" b="1" i="0" dirty="0"/>
            <a:t>Exploratory Data Analysis (EDA)</a:t>
          </a:r>
          <a:endParaRPr lang="en-US" sz="2400" dirty="0"/>
        </a:p>
      </dgm:t>
    </dgm:pt>
    <dgm:pt modelId="{04B31FF1-D2F6-47F4-BADB-B0B207B61E3D}" type="parTrans" cxnId="{E3545A90-BCB9-443B-8C29-1AD464F70FC4}">
      <dgm:prSet/>
      <dgm:spPr/>
      <dgm:t>
        <a:bodyPr/>
        <a:lstStyle/>
        <a:p>
          <a:endParaRPr lang="en-US"/>
        </a:p>
      </dgm:t>
    </dgm:pt>
    <dgm:pt modelId="{09F9D46D-D7D8-4610-A5B8-534E75F8E83C}" type="sibTrans" cxnId="{E3545A90-BCB9-443B-8C29-1AD464F70FC4}">
      <dgm:prSet/>
      <dgm:spPr/>
      <dgm:t>
        <a:bodyPr/>
        <a:lstStyle/>
        <a:p>
          <a:endParaRPr lang="en-US"/>
        </a:p>
      </dgm:t>
    </dgm:pt>
    <dgm:pt modelId="{4CFE298E-FDF7-4837-BF44-79E8DFC04DBC}">
      <dgm:prSet phldrT="[Text]" custT="1"/>
      <dgm:spPr/>
      <dgm:t>
        <a:bodyPr/>
        <a:lstStyle/>
        <a:p>
          <a:r>
            <a:rPr lang="en-US" sz="2400" b="1" i="0" dirty="0"/>
            <a:t>Train-Test Split:</a:t>
          </a:r>
          <a:endParaRPr lang="en-US" sz="2400" dirty="0"/>
        </a:p>
      </dgm:t>
    </dgm:pt>
    <dgm:pt modelId="{813B1EE9-D52B-4D9E-9467-FC05F496F4E1}" type="parTrans" cxnId="{ABAA8642-8930-41CE-871A-C654A0AFCEB0}">
      <dgm:prSet/>
      <dgm:spPr/>
      <dgm:t>
        <a:bodyPr/>
        <a:lstStyle/>
        <a:p>
          <a:endParaRPr lang="en-US"/>
        </a:p>
      </dgm:t>
    </dgm:pt>
    <dgm:pt modelId="{B55AFEF6-C8B5-4A6D-9C32-C78B5F7A5842}" type="sibTrans" cxnId="{ABAA8642-8930-41CE-871A-C654A0AFCEB0}">
      <dgm:prSet/>
      <dgm:spPr/>
      <dgm:t>
        <a:bodyPr/>
        <a:lstStyle/>
        <a:p>
          <a:endParaRPr lang="en-US"/>
        </a:p>
      </dgm:t>
    </dgm:pt>
    <dgm:pt modelId="{CDA14688-33B3-4316-ABF9-476E1667B23D}">
      <dgm:prSet phldrT="[Text]" custT="1"/>
      <dgm:spPr/>
      <dgm:t>
        <a:bodyPr/>
        <a:lstStyle/>
        <a:p>
          <a:r>
            <a:rPr lang="en-US" sz="2400" b="1" i="0" dirty="0"/>
            <a:t>Model Selection</a:t>
          </a:r>
          <a:endParaRPr lang="en-US" sz="2400" dirty="0"/>
        </a:p>
      </dgm:t>
    </dgm:pt>
    <dgm:pt modelId="{3A3F8D68-8282-4A3F-A2BB-8E5B5F4BB893}" type="parTrans" cxnId="{2A7721B0-F034-4CF1-8EC3-E2986133D6AF}">
      <dgm:prSet/>
      <dgm:spPr/>
      <dgm:t>
        <a:bodyPr/>
        <a:lstStyle/>
        <a:p>
          <a:endParaRPr lang="en-US"/>
        </a:p>
      </dgm:t>
    </dgm:pt>
    <dgm:pt modelId="{5FE26EFA-9E23-4B5E-B414-1815F9310591}" type="sibTrans" cxnId="{2A7721B0-F034-4CF1-8EC3-E2986133D6AF}">
      <dgm:prSet/>
      <dgm:spPr/>
      <dgm:t>
        <a:bodyPr/>
        <a:lstStyle/>
        <a:p>
          <a:endParaRPr lang="en-US"/>
        </a:p>
      </dgm:t>
    </dgm:pt>
    <dgm:pt modelId="{F9E4BC0C-9F25-415B-99D7-487487F58457}">
      <dgm:prSet phldrT="[Text]" custT="1"/>
      <dgm:spPr/>
      <dgm:t>
        <a:bodyPr/>
        <a:lstStyle/>
        <a:p>
          <a:r>
            <a:rPr lang="en-US" sz="2400" b="1" i="0" dirty="0"/>
            <a:t>Model Evaluation</a:t>
          </a:r>
          <a:endParaRPr lang="en-US" sz="2400" dirty="0"/>
        </a:p>
      </dgm:t>
    </dgm:pt>
    <dgm:pt modelId="{13735BC8-AA88-48ED-B648-7F89ADE4FDA2}" type="parTrans" cxnId="{68DF2DF3-4A08-46C2-965E-73982F70F43B}">
      <dgm:prSet/>
      <dgm:spPr/>
      <dgm:t>
        <a:bodyPr/>
        <a:lstStyle/>
        <a:p>
          <a:endParaRPr lang="en-US"/>
        </a:p>
      </dgm:t>
    </dgm:pt>
    <dgm:pt modelId="{A51E3391-BA90-485D-8E25-66A2B64FFFD0}" type="sibTrans" cxnId="{68DF2DF3-4A08-46C2-965E-73982F70F43B}">
      <dgm:prSet/>
      <dgm:spPr/>
      <dgm:t>
        <a:bodyPr/>
        <a:lstStyle/>
        <a:p>
          <a:endParaRPr lang="en-US"/>
        </a:p>
      </dgm:t>
    </dgm:pt>
    <dgm:pt modelId="{37847ACD-D632-459F-B63E-A09FB6ACB372}">
      <dgm:prSet phldrT="[Text]" custT="1"/>
      <dgm:spPr/>
      <dgm:t>
        <a:bodyPr/>
        <a:lstStyle/>
        <a:p>
          <a:r>
            <a:rPr lang="en-US" sz="2400" b="1" i="0" dirty="0"/>
            <a:t>Hyperparameter Tuning</a:t>
          </a:r>
          <a:endParaRPr lang="en-US" sz="2400" dirty="0"/>
        </a:p>
      </dgm:t>
    </dgm:pt>
    <dgm:pt modelId="{665C4E4A-26FF-4687-AAA5-8624C3FE0BE6}" type="parTrans" cxnId="{F1866423-2ABB-4C30-8023-981B94AFE000}">
      <dgm:prSet/>
      <dgm:spPr/>
      <dgm:t>
        <a:bodyPr/>
        <a:lstStyle/>
        <a:p>
          <a:endParaRPr lang="en-US"/>
        </a:p>
      </dgm:t>
    </dgm:pt>
    <dgm:pt modelId="{CB5E931B-6984-46FD-898C-C4404789FBCB}" type="sibTrans" cxnId="{F1866423-2ABB-4C30-8023-981B94AFE000}">
      <dgm:prSet/>
      <dgm:spPr/>
      <dgm:t>
        <a:bodyPr/>
        <a:lstStyle/>
        <a:p>
          <a:endParaRPr lang="en-US"/>
        </a:p>
      </dgm:t>
    </dgm:pt>
    <dgm:pt modelId="{91815761-A696-4E5B-A67D-9FFD02494A04}">
      <dgm:prSet phldrT="[Text]" custT="1"/>
      <dgm:spPr/>
      <dgm:t>
        <a:bodyPr/>
        <a:lstStyle/>
        <a:p>
          <a:r>
            <a:rPr lang="en-US" sz="2400" b="1" i="0" dirty="0"/>
            <a:t>Prediction</a:t>
          </a:r>
          <a:endParaRPr lang="en-US" sz="2400" dirty="0"/>
        </a:p>
      </dgm:t>
    </dgm:pt>
    <dgm:pt modelId="{3DF79F3E-5F13-4795-A798-3EC47117398A}" type="parTrans" cxnId="{31CA3D5E-A39B-4021-9998-82805C211795}">
      <dgm:prSet/>
      <dgm:spPr/>
      <dgm:t>
        <a:bodyPr/>
        <a:lstStyle/>
        <a:p>
          <a:endParaRPr lang="en-US"/>
        </a:p>
      </dgm:t>
    </dgm:pt>
    <dgm:pt modelId="{36B80F22-67F2-48AB-8273-D2CDC3C66AE5}" type="sibTrans" cxnId="{31CA3D5E-A39B-4021-9998-82805C211795}">
      <dgm:prSet/>
      <dgm:spPr/>
      <dgm:t>
        <a:bodyPr/>
        <a:lstStyle/>
        <a:p>
          <a:endParaRPr lang="en-US"/>
        </a:p>
      </dgm:t>
    </dgm:pt>
    <dgm:pt modelId="{711FCD1E-E723-404C-836E-8F75F3AF4213}">
      <dgm:prSet custT="1"/>
      <dgm:spPr>
        <a:solidFill>
          <a:srgbClr val="008000"/>
        </a:solidFill>
      </dgm:spPr>
      <dgm:t>
        <a:bodyPr/>
        <a:lstStyle/>
        <a:p>
          <a:endParaRPr lang="en-US" sz="2400"/>
        </a:p>
      </dgm:t>
    </dgm:pt>
    <dgm:pt modelId="{1D85D876-84E7-4C1B-82A6-7033054C8F48}" type="parTrans" cxnId="{024DF0C2-CAFB-4738-9EEF-C185AFCB155E}">
      <dgm:prSet/>
      <dgm:spPr/>
      <dgm:t>
        <a:bodyPr/>
        <a:lstStyle/>
        <a:p>
          <a:endParaRPr lang="en-US"/>
        </a:p>
      </dgm:t>
    </dgm:pt>
    <dgm:pt modelId="{2113B9B5-9777-46C3-9903-CDA771276FC4}" type="sibTrans" cxnId="{024DF0C2-CAFB-4738-9EEF-C185AFCB155E}">
      <dgm:prSet/>
      <dgm:spPr/>
      <dgm:t>
        <a:bodyPr/>
        <a:lstStyle/>
        <a:p>
          <a:endParaRPr lang="en-US"/>
        </a:p>
      </dgm:t>
    </dgm:pt>
    <dgm:pt modelId="{BB5A4DD7-C2B9-4A49-9695-EE03041C92A9}" type="pres">
      <dgm:prSet presAssocID="{6B8E4A21-2ACF-48D1-9FB6-11FDC32321DE}" presName="Name0" presStyleCnt="0">
        <dgm:presLayoutVars>
          <dgm:dir/>
          <dgm:resizeHandles val="exact"/>
        </dgm:presLayoutVars>
      </dgm:prSet>
      <dgm:spPr/>
    </dgm:pt>
    <dgm:pt modelId="{BEB918E6-6E66-40D9-908D-E9D7AF5F88F5}" type="pres">
      <dgm:prSet presAssocID="{1E1AA8C3-0A73-4AA6-A916-9B1E431F2645}" presName="node" presStyleLbl="node1" presStyleIdx="0" presStyleCnt="9">
        <dgm:presLayoutVars>
          <dgm:bulletEnabled val="1"/>
        </dgm:presLayoutVars>
      </dgm:prSet>
      <dgm:spPr/>
    </dgm:pt>
    <dgm:pt modelId="{DFD8C3F9-917F-4144-A8BC-6E3007645698}" type="pres">
      <dgm:prSet presAssocID="{32F8CD80-D521-4384-A0AB-2AD9B3E4F24D}" presName="sibTrans" presStyleLbl="sibTrans1D1" presStyleIdx="0" presStyleCnt="8"/>
      <dgm:spPr/>
    </dgm:pt>
    <dgm:pt modelId="{E223CF38-107A-48C1-88E9-BA0963D6DC46}" type="pres">
      <dgm:prSet presAssocID="{32F8CD80-D521-4384-A0AB-2AD9B3E4F24D}" presName="connectorText" presStyleLbl="sibTrans1D1" presStyleIdx="0" presStyleCnt="8"/>
      <dgm:spPr/>
    </dgm:pt>
    <dgm:pt modelId="{1E665E4F-311F-4E8F-9DDE-D091E04B2C25}" type="pres">
      <dgm:prSet presAssocID="{727D0515-3C53-4697-846E-1B2979529EE7}" presName="node" presStyleLbl="node1" presStyleIdx="1" presStyleCnt="9">
        <dgm:presLayoutVars>
          <dgm:bulletEnabled val="1"/>
        </dgm:presLayoutVars>
      </dgm:prSet>
      <dgm:spPr/>
    </dgm:pt>
    <dgm:pt modelId="{9FA3D57A-4F35-4394-AA26-122C71B8599C}" type="pres">
      <dgm:prSet presAssocID="{B701661C-CEB0-455A-AABA-46F9CF30461D}" presName="sibTrans" presStyleLbl="sibTrans1D1" presStyleIdx="1" presStyleCnt="8"/>
      <dgm:spPr/>
    </dgm:pt>
    <dgm:pt modelId="{C238EE05-1829-401C-AC97-98148205F5DC}" type="pres">
      <dgm:prSet presAssocID="{B701661C-CEB0-455A-AABA-46F9CF30461D}" presName="connectorText" presStyleLbl="sibTrans1D1" presStyleIdx="1" presStyleCnt="8"/>
      <dgm:spPr/>
    </dgm:pt>
    <dgm:pt modelId="{3B9582CC-D795-46B5-8202-15DA3C9EAC83}" type="pres">
      <dgm:prSet presAssocID="{47F1F5E8-2C3D-4B64-AFFD-8405B23DDEAC}" presName="node" presStyleLbl="node1" presStyleIdx="2" presStyleCnt="9">
        <dgm:presLayoutVars>
          <dgm:bulletEnabled val="1"/>
        </dgm:presLayoutVars>
      </dgm:prSet>
      <dgm:spPr/>
    </dgm:pt>
    <dgm:pt modelId="{20B56A03-324E-498F-8A08-0EE88FCDD869}" type="pres">
      <dgm:prSet presAssocID="{09F9D46D-D7D8-4610-A5B8-534E75F8E83C}" presName="sibTrans" presStyleLbl="sibTrans1D1" presStyleIdx="2" presStyleCnt="8"/>
      <dgm:spPr/>
    </dgm:pt>
    <dgm:pt modelId="{6F187A53-53B5-47CC-BD52-18E7A6300CF3}" type="pres">
      <dgm:prSet presAssocID="{09F9D46D-D7D8-4610-A5B8-534E75F8E83C}" presName="connectorText" presStyleLbl="sibTrans1D1" presStyleIdx="2" presStyleCnt="8"/>
      <dgm:spPr/>
    </dgm:pt>
    <dgm:pt modelId="{012072B1-7FD0-4F15-8DFD-37E4F8B80732}" type="pres">
      <dgm:prSet presAssocID="{4CFE298E-FDF7-4837-BF44-79E8DFC04DBC}" presName="node" presStyleLbl="node1" presStyleIdx="3" presStyleCnt="9">
        <dgm:presLayoutVars>
          <dgm:bulletEnabled val="1"/>
        </dgm:presLayoutVars>
      </dgm:prSet>
      <dgm:spPr/>
    </dgm:pt>
    <dgm:pt modelId="{065A5FD5-68E1-4C67-BB33-FA81B792F736}" type="pres">
      <dgm:prSet presAssocID="{B55AFEF6-C8B5-4A6D-9C32-C78B5F7A5842}" presName="sibTrans" presStyleLbl="sibTrans1D1" presStyleIdx="3" presStyleCnt="8"/>
      <dgm:spPr/>
    </dgm:pt>
    <dgm:pt modelId="{EB8B277A-ADD6-4B8B-BD18-D939A26F212D}" type="pres">
      <dgm:prSet presAssocID="{B55AFEF6-C8B5-4A6D-9C32-C78B5F7A5842}" presName="connectorText" presStyleLbl="sibTrans1D1" presStyleIdx="3" presStyleCnt="8"/>
      <dgm:spPr/>
    </dgm:pt>
    <dgm:pt modelId="{D3347607-3424-4006-ABB3-46BAE7C28CA1}" type="pres">
      <dgm:prSet presAssocID="{CDA14688-33B3-4316-ABF9-476E1667B23D}" presName="node" presStyleLbl="node1" presStyleIdx="4" presStyleCnt="9">
        <dgm:presLayoutVars>
          <dgm:bulletEnabled val="1"/>
        </dgm:presLayoutVars>
      </dgm:prSet>
      <dgm:spPr/>
    </dgm:pt>
    <dgm:pt modelId="{FC789FAC-47DC-43FC-AA7E-C758F961EA45}" type="pres">
      <dgm:prSet presAssocID="{5FE26EFA-9E23-4B5E-B414-1815F9310591}" presName="sibTrans" presStyleLbl="sibTrans1D1" presStyleIdx="4" presStyleCnt="8"/>
      <dgm:spPr/>
    </dgm:pt>
    <dgm:pt modelId="{F201F656-EA92-4B18-A2A9-958F3DE354CA}" type="pres">
      <dgm:prSet presAssocID="{5FE26EFA-9E23-4B5E-B414-1815F9310591}" presName="connectorText" presStyleLbl="sibTrans1D1" presStyleIdx="4" presStyleCnt="8"/>
      <dgm:spPr/>
    </dgm:pt>
    <dgm:pt modelId="{EB3DC95B-51CD-4B09-8144-FAB6219C9368}" type="pres">
      <dgm:prSet presAssocID="{F9E4BC0C-9F25-415B-99D7-487487F58457}" presName="node" presStyleLbl="node1" presStyleIdx="5" presStyleCnt="9">
        <dgm:presLayoutVars>
          <dgm:bulletEnabled val="1"/>
        </dgm:presLayoutVars>
      </dgm:prSet>
      <dgm:spPr/>
    </dgm:pt>
    <dgm:pt modelId="{D4A48AF7-0037-4B0C-9C69-9AA77FAAF9C8}" type="pres">
      <dgm:prSet presAssocID="{A51E3391-BA90-485D-8E25-66A2B64FFFD0}" presName="sibTrans" presStyleLbl="sibTrans1D1" presStyleIdx="5" presStyleCnt="8"/>
      <dgm:spPr/>
    </dgm:pt>
    <dgm:pt modelId="{EE6E6D72-75C9-47A2-B372-B64FDCCAF1A7}" type="pres">
      <dgm:prSet presAssocID="{A51E3391-BA90-485D-8E25-66A2B64FFFD0}" presName="connectorText" presStyleLbl="sibTrans1D1" presStyleIdx="5" presStyleCnt="8"/>
      <dgm:spPr/>
    </dgm:pt>
    <dgm:pt modelId="{0A40979D-65C7-45D1-8449-3F56470EF6AC}" type="pres">
      <dgm:prSet presAssocID="{37847ACD-D632-459F-B63E-A09FB6ACB372}" presName="node" presStyleLbl="node1" presStyleIdx="6" presStyleCnt="9">
        <dgm:presLayoutVars>
          <dgm:bulletEnabled val="1"/>
        </dgm:presLayoutVars>
      </dgm:prSet>
      <dgm:spPr/>
    </dgm:pt>
    <dgm:pt modelId="{50ACDC01-B470-45BB-9B71-067ED2FAEEB5}" type="pres">
      <dgm:prSet presAssocID="{CB5E931B-6984-46FD-898C-C4404789FBCB}" presName="sibTrans" presStyleLbl="sibTrans1D1" presStyleIdx="6" presStyleCnt="8"/>
      <dgm:spPr/>
    </dgm:pt>
    <dgm:pt modelId="{5021B7C6-61F3-4676-A049-039DABEE9E0C}" type="pres">
      <dgm:prSet presAssocID="{CB5E931B-6984-46FD-898C-C4404789FBCB}" presName="connectorText" presStyleLbl="sibTrans1D1" presStyleIdx="6" presStyleCnt="8"/>
      <dgm:spPr/>
    </dgm:pt>
    <dgm:pt modelId="{FC4DDE08-52D8-4124-83E3-84B7F23BF19B}" type="pres">
      <dgm:prSet presAssocID="{91815761-A696-4E5B-A67D-9FFD02494A04}" presName="node" presStyleLbl="node1" presStyleIdx="7" presStyleCnt="9">
        <dgm:presLayoutVars>
          <dgm:bulletEnabled val="1"/>
        </dgm:presLayoutVars>
      </dgm:prSet>
      <dgm:spPr/>
    </dgm:pt>
    <dgm:pt modelId="{C177C6BD-9E00-41A9-8650-A79DE52734C2}" type="pres">
      <dgm:prSet presAssocID="{36B80F22-67F2-48AB-8273-D2CDC3C66AE5}" presName="sibTrans" presStyleLbl="sibTrans1D1" presStyleIdx="7" presStyleCnt="8"/>
      <dgm:spPr/>
    </dgm:pt>
    <dgm:pt modelId="{3E6A7AFE-9BAE-42C0-B0D8-16CA19485A83}" type="pres">
      <dgm:prSet presAssocID="{36B80F22-67F2-48AB-8273-D2CDC3C66AE5}" presName="connectorText" presStyleLbl="sibTrans1D1" presStyleIdx="7" presStyleCnt="8"/>
      <dgm:spPr/>
    </dgm:pt>
    <dgm:pt modelId="{CC2F2799-35BB-4668-85FB-1887B2DC8D84}" type="pres">
      <dgm:prSet presAssocID="{711FCD1E-E723-404C-836E-8F75F3AF4213}" presName="node" presStyleLbl="node1" presStyleIdx="8" presStyleCnt="9">
        <dgm:presLayoutVars>
          <dgm:bulletEnabled val="1"/>
        </dgm:presLayoutVars>
      </dgm:prSet>
      <dgm:spPr/>
    </dgm:pt>
  </dgm:ptLst>
  <dgm:cxnLst>
    <dgm:cxn modelId="{6CCEC603-7B23-48D2-8CF0-4D9A0D02EC27}" type="presOf" srcId="{32F8CD80-D521-4384-A0AB-2AD9B3E4F24D}" destId="{E223CF38-107A-48C1-88E9-BA0963D6DC46}" srcOrd="1" destOrd="0" presId="urn:microsoft.com/office/officeart/2005/8/layout/bProcess3"/>
    <dgm:cxn modelId="{0CD0331A-DA7E-4301-9107-0DA7FFF3BFA9}" type="presOf" srcId="{32F8CD80-D521-4384-A0AB-2AD9B3E4F24D}" destId="{DFD8C3F9-917F-4144-A8BC-6E3007645698}" srcOrd="0" destOrd="0" presId="urn:microsoft.com/office/officeart/2005/8/layout/bProcess3"/>
    <dgm:cxn modelId="{25FB0B22-1A53-4E2A-8654-3711000C1894}" srcId="{6B8E4A21-2ACF-48D1-9FB6-11FDC32321DE}" destId="{727D0515-3C53-4697-846E-1B2979529EE7}" srcOrd="1" destOrd="0" parTransId="{F112FA23-9788-4B0A-960F-75C650DE7F47}" sibTransId="{B701661C-CEB0-455A-AABA-46F9CF30461D}"/>
    <dgm:cxn modelId="{F1866423-2ABB-4C30-8023-981B94AFE000}" srcId="{6B8E4A21-2ACF-48D1-9FB6-11FDC32321DE}" destId="{37847ACD-D632-459F-B63E-A09FB6ACB372}" srcOrd="6" destOrd="0" parTransId="{665C4E4A-26FF-4687-AAA5-8624C3FE0BE6}" sibTransId="{CB5E931B-6984-46FD-898C-C4404789FBCB}"/>
    <dgm:cxn modelId="{344B5C28-3AEF-4F4A-95C2-26262547FF1F}" type="presOf" srcId="{09F9D46D-D7D8-4610-A5B8-534E75F8E83C}" destId="{20B56A03-324E-498F-8A08-0EE88FCDD869}" srcOrd="0" destOrd="0" presId="urn:microsoft.com/office/officeart/2005/8/layout/bProcess3"/>
    <dgm:cxn modelId="{8F05D62C-4376-4084-ADAA-C3F9EF6145C0}" type="presOf" srcId="{1E1AA8C3-0A73-4AA6-A916-9B1E431F2645}" destId="{BEB918E6-6E66-40D9-908D-E9D7AF5F88F5}" srcOrd="0" destOrd="0" presId="urn:microsoft.com/office/officeart/2005/8/layout/bProcess3"/>
    <dgm:cxn modelId="{C3982135-3F2B-4A2F-9538-3C62417AAB13}" type="presOf" srcId="{5FE26EFA-9E23-4B5E-B414-1815F9310591}" destId="{F201F656-EA92-4B18-A2A9-958F3DE354CA}" srcOrd="1" destOrd="0" presId="urn:microsoft.com/office/officeart/2005/8/layout/bProcess3"/>
    <dgm:cxn modelId="{C4709F39-BA55-468C-91F4-9AC453215B3A}" type="presOf" srcId="{4CFE298E-FDF7-4837-BF44-79E8DFC04DBC}" destId="{012072B1-7FD0-4F15-8DFD-37E4F8B80732}" srcOrd="0" destOrd="0" presId="urn:microsoft.com/office/officeart/2005/8/layout/bProcess3"/>
    <dgm:cxn modelId="{0A245C40-C2C4-41E9-A7A4-B6AE570271F9}" type="presOf" srcId="{B701661C-CEB0-455A-AABA-46F9CF30461D}" destId="{9FA3D57A-4F35-4394-AA26-122C71B8599C}" srcOrd="0" destOrd="0" presId="urn:microsoft.com/office/officeart/2005/8/layout/bProcess3"/>
    <dgm:cxn modelId="{31CA3D5E-A39B-4021-9998-82805C211795}" srcId="{6B8E4A21-2ACF-48D1-9FB6-11FDC32321DE}" destId="{91815761-A696-4E5B-A67D-9FFD02494A04}" srcOrd="7" destOrd="0" parTransId="{3DF79F3E-5F13-4795-A798-3EC47117398A}" sibTransId="{36B80F22-67F2-48AB-8273-D2CDC3C66AE5}"/>
    <dgm:cxn modelId="{B56A2C41-F1AA-429D-9889-198094A41396}" type="presOf" srcId="{36B80F22-67F2-48AB-8273-D2CDC3C66AE5}" destId="{3E6A7AFE-9BAE-42C0-B0D8-16CA19485A83}" srcOrd="1" destOrd="0" presId="urn:microsoft.com/office/officeart/2005/8/layout/bProcess3"/>
    <dgm:cxn modelId="{F19E0B42-410E-4A09-B6FD-C433A32F5EF9}" type="presOf" srcId="{CDA14688-33B3-4316-ABF9-476E1667B23D}" destId="{D3347607-3424-4006-ABB3-46BAE7C28CA1}" srcOrd="0" destOrd="0" presId="urn:microsoft.com/office/officeart/2005/8/layout/bProcess3"/>
    <dgm:cxn modelId="{ABAA8642-8930-41CE-871A-C654A0AFCEB0}" srcId="{6B8E4A21-2ACF-48D1-9FB6-11FDC32321DE}" destId="{4CFE298E-FDF7-4837-BF44-79E8DFC04DBC}" srcOrd="3" destOrd="0" parTransId="{813B1EE9-D52B-4D9E-9467-FC05F496F4E1}" sibTransId="{B55AFEF6-C8B5-4A6D-9C32-C78B5F7A5842}"/>
    <dgm:cxn modelId="{C9948962-BF22-45AD-9467-8748AFB8EE5D}" type="presOf" srcId="{B55AFEF6-C8B5-4A6D-9C32-C78B5F7A5842}" destId="{065A5FD5-68E1-4C67-BB33-FA81B792F736}" srcOrd="0" destOrd="0" presId="urn:microsoft.com/office/officeart/2005/8/layout/bProcess3"/>
    <dgm:cxn modelId="{C23E5843-A1F1-4DF7-89F4-AB0950086E26}" type="presOf" srcId="{47F1F5E8-2C3D-4B64-AFFD-8405B23DDEAC}" destId="{3B9582CC-D795-46B5-8202-15DA3C9EAC83}" srcOrd="0" destOrd="0" presId="urn:microsoft.com/office/officeart/2005/8/layout/bProcess3"/>
    <dgm:cxn modelId="{D63E4B48-E8DD-48AE-9457-C444FB903C45}" type="presOf" srcId="{5FE26EFA-9E23-4B5E-B414-1815F9310591}" destId="{FC789FAC-47DC-43FC-AA7E-C758F961EA45}" srcOrd="0" destOrd="0" presId="urn:microsoft.com/office/officeart/2005/8/layout/bProcess3"/>
    <dgm:cxn modelId="{0DFD5268-3E44-4CBB-A913-1F722323DA91}" type="presOf" srcId="{37847ACD-D632-459F-B63E-A09FB6ACB372}" destId="{0A40979D-65C7-45D1-8449-3F56470EF6AC}" srcOrd="0" destOrd="0" presId="urn:microsoft.com/office/officeart/2005/8/layout/bProcess3"/>
    <dgm:cxn modelId="{55959749-289D-494B-A559-9D4D7F351CE9}" type="presOf" srcId="{36B80F22-67F2-48AB-8273-D2CDC3C66AE5}" destId="{C177C6BD-9E00-41A9-8650-A79DE52734C2}" srcOrd="0" destOrd="0" presId="urn:microsoft.com/office/officeart/2005/8/layout/bProcess3"/>
    <dgm:cxn modelId="{8C5FB36C-DC22-426C-99FD-9E79510F4C0C}" type="presOf" srcId="{B701661C-CEB0-455A-AABA-46F9CF30461D}" destId="{C238EE05-1829-401C-AC97-98148205F5DC}" srcOrd="1" destOrd="0" presId="urn:microsoft.com/office/officeart/2005/8/layout/bProcess3"/>
    <dgm:cxn modelId="{8008104F-0136-487B-8F20-73B105E5D3A5}" type="presOf" srcId="{711FCD1E-E723-404C-836E-8F75F3AF4213}" destId="{CC2F2799-35BB-4668-85FB-1887B2DC8D84}" srcOrd="0" destOrd="0" presId="urn:microsoft.com/office/officeart/2005/8/layout/bProcess3"/>
    <dgm:cxn modelId="{F9A4FC6F-4D63-42A8-82B6-3D6DC051E4BC}" type="presOf" srcId="{91815761-A696-4E5B-A67D-9FFD02494A04}" destId="{FC4DDE08-52D8-4124-83E3-84B7F23BF19B}" srcOrd="0" destOrd="0" presId="urn:microsoft.com/office/officeart/2005/8/layout/bProcess3"/>
    <dgm:cxn modelId="{F5F25874-C4B6-454E-A35C-AD850522D6E5}" type="presOf" srcId="{6B8E4A21-2ACF-48D1-9FB6-11FDC32321DE}" destId="{BB5A4DD7-C2B9-4A49-9695-EE03041C92A9}" srcOrd="0" destOrd="0" presId="urn:microsoft.com/office/officeart/2005/8/layout/bProcess3"/>
    <dgm:cxn modelId="{37BC6B7C-BB90-4C2F-B847-C0C3A9AA4233}" type="presOf" srcId="{09F9D46D-D7D8-4610-A5B8-534E75F8E83C}" destId="{6F187A53-53B5-47CC-BD52-18E7A6300CF3}" srcOrd="1" destOrd="0" presId="urn:microsoft.com/office/officeart/2005/8/layout/bProcess3"/>
    <dgm:cxn modelId="{72D2858E-8989-4153-AEBB-4249F20DE8B0}" type="presOf" srcId="{A51E3391-BA90-485D-8E25-66A2B64FFFD0}" destId="{EE6E6D72-75C9-47A2-B372-B64FDCCAF1A7}" srcOrd="1" destOrd="0" presId="urn:microsoft.com/office/officeart/2005/8/layout/bProcess3"/>
    <dgm:cxn modelId="{E3545A90-BCB9-443B-8C29-1AD464F70FC4}" srcId="{6B8E4A21-2ACF-48D1-9FB6-11FDC32321DE}" destId="{47F1F5E8-2C3D-4B64-AFFD-8405B23DDEAC}" srcOrd="2" destOrd="0" parTransId="{04B31FF1-D2F6-47F4-BADB-B0B207B61E3D}" sibTransId="{09F9D46D-D7D8-4610-A5B8-534E75F8E83C}"/>
    <dgm:cxn modelId="{55EC6B9F-393B-4C4A-94C4-EA076C68761E}" srcId="{6B8E4A21-2ACF-48D1-9FB6-11FDC32321DE}" destId="{1E1AA8C3-0A73-4AA6-A916-9B1E431F2645}" srcOrd="0" destOrd="0" parTransId="{A0C3F1CA-B8FA-4981-B590-4EC8EE50514F}" sibTransId="{32F8CD80-D521-4384-A0AB-2AD9B3E4F24D}"/>
    <dgm:cxn modelId="{32A036A3-1F05-4E5F-B82F-FFF61AEA070A}" type="presOf" srcId="{B55AFEF6-C8B5-4A6D-9C32-C78B5F7A5842}" destId="{EB8B277A-ADD6-4B8B-BD18-D939A26F212D}" srcOrd="1" destOrd="0" presId="urn:microsoft.com/office/officeart/2005/8/layout/bProcess3"/>
    <dgm:cxn modelId="{E33FDDAB-A3B9-483C-B26D-B01B1D0A09D6}" type="presOf" srcId="{A51E3391-BA90-485D-8E25-66A2B64FFFD0}" destId="{D4A48AF7-0037-4B0C-9C69-9AA77FAAF9C8}" srcOrd="0" destOrd="0" presId="urn:microsoft.com/office/officeart/2005/8/layout/bProcess3"/>
    <dgm:cxn modelId="{2A7721B0-F034-4CF1-8EC3-E2986133D6AF}" srcId="{6B8E4A21-2ACF-48D1-9FB6-11FDC32321DE}" destId="{CDA14688-33B3-4316-ABF9-476E1667B23D}" srcOrd="4" destOrd="0" parTransId="{3A3F8D68-8282-4A3F-A2BB-8E5B5F4BB893}" sibTransId="{5FE26EFA-9E23-4B5E-B414-1815F9310591}"/>
    <dgm:cxn modelId="{D1C411BD-FCF7-4AB0-896D-B9A416EB84AA}" type="presOf" srcId="{CB5E931B-6984-46FD-898C-C4404789FBCB}" destId="{5021B7C6-61F3-4676-A049-039DABEE9E0C}" srcOrd="1" destOrd="0" presId="urn:microsoft.com/office/officeart/2005/8/layout/bProcess3"/>
    <dgm:cxn modelId="{024DF0C2-CAFB-4738-9EEF-C185AFCB155E}" srcId="{6B8E4A21-2ACF-48D1-9FB6-11FDC32321DE}" destId="{711FCD1E-E723-404C-836E-8F75F3AF4213}" srcOrd="8" destOrd="0" parTransId="{1D85D876-84E7-4C1B-82A6-7033054C8F48}" sibTransId="{2113B9B5-9777-46C3-9903-CDA771276FC4}"/>
    <dgm:cxn modelId="{7F7C49C8-1914-4DAA-AA0E-3A8AA86C988D}" type="presOf" srcId="{CB5E931B-6984-46FD-898C-C4404789FBCB}" destId="{50ACDC01-B470-45BB-9B71-067ED2FAEEB5}" srcOrd="0" destOrd="0" presId="urn:microsoft.com/office/officeart/2005/8/layout/bProcess3"/>
    <dgm:cxn modelId="{BA7B89E5-325C-474F-8EAC-3CA517DB7173}" type="presOf" srcId="{F9E4BC0C-9F25-415B-99D7-487487F58457}" destId="{EB3DC95B-51CD-4B09-8144-FAB6219C9368}" srcOrd="0" destOrd="0" presId="urn:microsoft.com/office/officeart/2005/8/layout/bProcess3"/>
    <dgm:cxn modelId="{68DF2DF3-4A08-46C2-965E-73982F70F43B}" srcId="{6B8E4A21-2ACF-48D1-9FB6-11FDC32321DE}" destId="{F9E4BC0C-9F25-415B-99D7-487487F58457}" srcOrd="5" destOrd="0" parTransId="{13735BC8-AA88-48ED-B648-7F89ADE4FDA2}" sibTransId="{A51E3391-BA90-485D-8E25-66A2B64FFFD0}"/>
    <dgm:cxn modelId="{21BC19FA-C9E7-4B0C-8572-1ADD545FFD6D}" type="presOf" srcId="{727D0515-3C53-4697-846E-1B2979529EE7}" destId="{1E665E4F-311F-4E8F-9DDE-D091E04B2C25}" srcOrd="0" destOrd="0" presId="urn:microsoft.com/office/officeart/2005/8/layout/bProcess3"/>
    <dgm:cxn modelId="{9E24D7BC-2E56-485E-96B1-CC234A6653FB}" type="presParOf" srcId="{BB5A4DD7-C2B9-4A49-9695-EE03041C92A9}" destId="{BEB918E6-6E66-40D9-908D-E9D7AF5F88F5}" srcOrd="0" destOrd="0" presId="urn:microsoft.com/office/officeart/2005/8/layout/bProcess3"/>
    <dgm:cxn modelId="{A05992DB-8D02-420A-8B2F-983526D9C3BA}" type="presParOf" srcId="{BB5A4DD7-C2B9-4A49-9695-EE03041C92A9}" destId="{DFD8C3F9-917F-4144-A8BC-6E3007645698}" srcOrd="1" destOrd="0" presId="urn:microsoft.com/office/officeart/2005/8/layout/bProcess3"/>
    <dgm:cxn modelId="{47AAC83C-BC21-4F64-AE83-EF31C79D7518}" type="presParOf" srcId="{DFD8C3F9-917F-4144-A8BC-6E3007645698}" destId="{E223CF38-107A-48C1-88E9-BA0963D6DC46}" srcOrd="0" destOrd="0" presId="urn:microsoft.com/office/officeart/2005/8/layout/bProcess3"/>
    <dgm:cxn modelId="{FA978E5C-4923-41AF-91C4-61AFAEDC041F}" type="presParOf" srcId="{BB5A4DD7-C2B9-4A49-9695-EE03041C92A9}" destId="{1E665E4F-311F-4E8F-9DDE-D091E04B2C25}" srcOrd="2" destOrd="0" presId="urn:microsoft.com/office/officeart/2005/8/layout/bProcess3"/>
    <dgm:cxn modelId="{46F2E72F-0B75-42C3-8C9A-92C8690C3F87}" type="presParOf" srcId="{BB5A4DD7-C2B9-4A49-9695-EE03041C92A9}" destId="{9FA3D57A-4F35-4394-AA26-122C71B8599C}" srcOrd="3" destOrd="0" presId="urn:microsoft.com/office/officeart/2005/8/layout/bProcess3"/>
    <dgm:cxn modelId="{0AC96FA3-588C-44A9-BC58-A944D24F7625}" type="presParOf" srcId="{9FA3D57A-4F35-4394-AA26-122C71B8599C}" destId="{C238EE05-1829-401C-AC97-98148205F5DC}" srcOrd="0" destOrd="0" presId="urn:microsoft.com/office/officeart/2005/8/layout/bProcess3"/>
    <dgm:cxn modelId="{0DE782D3-857A-4A23-895A-4267D54A74FB}" type="presParOf" srcId="{BB5A4DD7-C2B9-4A49-9695-EE03041C92A9}" destId="{3B9582CC-D795-46B5-8202-15DA3C9EAC83}" srcOrd="4" destOrd="0" presId="urn:microsoft.com/office/officeart/2005/8/layout/bProcess3"/>
    <dgm:cxn modelId="{B50D79EA-0F23-4105-B678-AE41F5606CEC}" type="presParOf" srcId="{BB5A4DD7-C2B9-4A49-9695-EE03041C92A9}" destId="{20B56A03-324E-498F-8A08-0EE88FCDD869}" srcOrd="5" destOrd="0" presId="urn:microsoft.com/office/officeart/2005/8/layout/bProcess3"/>
    <dgm:cxn modelId="{7EEE5386-ADFD-4432-B41A-423AF7E38FF7}" type="presParOf" srcId="{20B56A03-324E-498F-8A08-0EE88FCDD869}" destId="{6F187A53-53B5-47CC-BD52-18E7A6300CF3}" srcOrd="0" destOrd="0" presId="urn:microsoft.com/office/officeart/2005/8/layout/bProcess3"/>
    <dgm:cxn modelId="{A6964EE3-74F6-4BC8-B4BF-445940653F7F}" type="presParOf" srcId="{BB5A4DD7-C2B9-4A49-9695-EE03041C92A9}" destId="{012072B1-7FD0-4F15-8DFD-37E4F8B80732}" srcOrd="6" destOrd="0" presId="urn:microsoft.com/office/officeart/2005/8/layout/bProcess3"/>
    <dgm:cxn modelId="{F29C31EE-E152-426A-A044-6B1FD616851E}" type="presParOf" srcId="{BB5A4DD7-C2B9-4A49-9695-EE03041C92A9}" destId="{065A5FD5-68E1-4C67-BB33-FA81B792F736}" srcOrd="7" destOrd="0" presId="urn:microsoft.com/office/officeart/2005/8/layout/bProcess3"/>
    <dgm:cxn modelId="{909C4986-6755-4422-8CB5-5A153D5545EB}" type="presParOf" srcId="{065A5FD5-68E1-4C67-BB33-FA81B792F736}" destId="{EB8B277A-ADD6-4B8B-BD18-D939A26F212D}" srcOrd="0" destOrd="0" presId="urn:microsoft.com/office/officeart/2005/8/layout/bProcess3"/>
    <dgm:cxn modelId="{86672045-6B3B-4AFC-B5B6-6C609D36FC62}" type="presParOf" srcId="{BB5A4DD7-C2B9-4A49-9695-EE03041C92A9}" destId="{D3347607-3424-4006-ABB3-46BAE7C28CA1}" srcOrd="8" destOrd="0" presId="urn:microsoft.com/office/officeart/2005/8/layout/bProcess3"/>
    <dgm:cxn modelId="{B1E857BE-F63B-466D-BB2E-597254FD9FAA}" type="presParOf" srcId="{BB5A4DD7-C2B9-4A49-9695-EE03041C92A9}" destId="{FC789FAC-47DC-43FC-AA7E-C758F961EA45}" srcOrd="9" destOrd="0" presId="urn:microsoft.com/office/officeart/2005/8/layout/bProcess3"/>
    <dgm:cxn modelId="{524D948C-2773-4FF4-A300-3FCE67943680}" type="presParOf" srcId="{FC789FAC-47DC-43FC-AA7E-C758F961EA45}" destId="{F201F656-EA92-4B18-A2A9-958F3DE354CA}" srcOrd="0" destOrd="0" presId="urn:microsoft.com/office/officeart/2005/8/layout/bProcess3"/>
    <dgm:cxn modelId="{489B77B4-19E2-4F96-AE8F-38362AECDDE9}" type="presParOf" srcId="{BB5A4DD7-C2B9-4A49-9695-EE03041C92A9}" destId="{EB3DC95B-51CD-4B09-8144-FAB6219C9368}" srcOrd="10" destOrd="0" presId="urn:microsoft.com/office/officeart/2005/8/layout/bProcess3"/>
    <dgm:cxn modelId="{806FA85E-BB04-443D-9CC7-FB78FAA25558}" type="presParOf" srcId="{BB5A4DD7-C2B9-4A49-9695-EE03041C92A9}" destId="{D4A48AF7-0037-4B0C-9C69-9AA77FAAF9C8}" srcOrd="11" destOrd="0" presId="urn:microsoft.com/office/officeart/2005/8/layout/bProcess3"/>
    <dgm:cxn modelId="{0BDECC58-91EE-4D91-B8E4-0789E013CA94}" type="presParOf" srcId="{D4A48AF7-0037-4B0C-9C69-9AA77FAAF9C8}" destId="{EE6E6D72-75C9-47A2-B372-B64FDCCAF1A7}" srcOrd="0" destOrd="0" presId="urn:microsoft.com/office/officeart/2005/8/layout/bProcess3"/>
    <dgm:cxn modelId="{DC8025A4-2EB9-484F-B595-C46B34117B5E}" type="presParOf" srcId="{BB5A4DD7-C2B9-4A49-9695-EE03041C92A9}" destId="{0A40979D-65C7-45D1-8449-3F56470EF6AC}" srcOrd="12" destOrd="0" presId="urn:microsoft.com/office/officeart/2005/8/layout/bProcess3"/>
    <dgm:cxn modelId="{AD075FB6-B981-4D91-A57F-FB70E431B2AC}" type="presParOf" srcId="{BB5A4DD7-C2B9-4A49-9695-EE03041C92A9}" destId="{50ACDC01-B470-45BB-9B71-067ED2FAEEB5}" srcOrd="13" destOrd="0" presId="urn:microsoft.com/office/officeart/2005/8/layout/bProcess3"/>
    <dgm:cxn modelId="{A6A72E2F-6637-4FE5-824B-307D7E7B8D7B}" type="presParOf" srcId="{50ACDC01-B470-45BB-9B71-067ED2FAEEB5}" destId="{5021B7C6-61F3-4676-A049-039DABEE9E0C}" srcOrd="0" destOrd="0" presId="urn:microsoft.com/office/officeart/2005/8/layout/bProcess3"/>
    <dgm:cxn modelId="{C115A60C-9727-4E5C-8698-A46B196C8CFB}" type="presParOf" srcId="{BB5A4DD7-C2B9-4A49-9695-EE03041C92A9}" destId="{FC4DDE08-52D8-4124-83E3-84B7F23BF19B}" srcOrd="14" destOrd="0" presId="urn:microsoft.com/office/officeart/2005/8/layout/bProcess3"/>
    <dgm:cxn modelId="{49886F0B-6710-472F-A91C-97CD13E1B020}" type="presParOf" srcId="{BB5A4DD7-C2B9-4A49-9695-EE03041C92A9}" destId="{C177C6BD-9E00-41A9-8650-A79DE52734C2}" srcOrd="15" destOrd="0" presId="urn:microsoft.com/office/officeart/2005/8/layout/bProcess3"/>
    <dgm:cxn modelId="{F8E2A8CF-7319-40F6-BC38-1988D02C1191}" type="presParOf" srcId="{C177C6BD-9E00-41A9-8650-A79DE52734C2}" destId="{3E6A7AFE-9BAE-42C0-B0D8-16CA19485A83}" srcOrd="0" destOrd="0" presId="urn:microsoft.com/office/officeart/2005/8/layout/bProcess3"/>
    <dgm:cxn modelId="{5BB6E501-8D20-4FDC-B8D2-E265428F9FAE}" type="presParOf" srcId="{BB5A4DD7-C2B9-4A49-9695-EE03041C92A9}" destId="{CC2F2799-35BB-4668-85FB-1887B2DC8D84}" srcOrd="16" destOrd="0" presId="urn:microsoft.com/office/officeart/2005/8/layout/bProcess3"/>
  </dgm:cxnLst>
  <dgm:bg/>
  <dgm:whole/>
  <dgm:extLst>
    <a:ext uri="http://schemas.microsoft.com/office/drawing/2008/diagram">
      <dsp:dataModelExt xmlns:dsp="http://schemas.microsoft.com/office/drawing/2008/diagram" relId="rId10"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D8C3F9-917F-4144-A8BC-6E3007645698}">
      <dsp:nvSpPr>
        <dsp:cNvPr id="0" name=""/>
        <dsp:cNvSpPr/>
      </dsp:nvSpPr>
      <dsp:spPr>
        <a:xfrm>
          <a:off x="3401499" y="617854"/>
          <a:ext cx="475581" cy="91440"/>
        </a:xfrm>
        <a:custGeom>
          <a:avLst/>
          <a:gdLst/>
          <a:ahLst/>
          <a:cxnLst/>
          <a:rect l="0" t="0" r="0" b="0"/>
          <a:pathLst>
            <a:path>
              <a:moveTo>
                <a:pt x="0" y="45720"/>
              </a:moveTo>
              <a:lnTo>
                <a:pt x="475581" y="45720"/>
              </a:lnTo>
            </a:path>
          </a:pathLst>
        </a:custGeom>
        <a:noFill/>
        <a:ln w="635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626635" y="661041"/>
        <a:ext cx="25309" cy="5066"/>
      </dsp:txXfrm>
    </dsp:sp>
    <dsp:sp modelId="{BEB918E6-6E66-40D9-908D-E9D7AF5F88F5}">
      <dsp:nvSpPr>
        <dsp:cNvPr id="0" name=""/>
        <dsp:cNvSpPr/>
      </dsp:nvSpPr>
      <dsp:spPr>
        <a:xfrm>
          <a:off x="1202509" y="3337"/>
          <a:ext cx="2200789" cy="1320473"/>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b="1" i="0" kern="1200" dirty="0"/>
            <a:t>Data Collection</a:t>
          </a:r>
          <a:endParaRPr lang="en-US" sz="2400" kern="1200" dirty="0"/>
        </a:p>
      </dsp:txBody>
      <dsp:txXfrm>
        <a:off x="1202509" y="3337"/>
        <a:ext cx="2200789" cy="1320473"/>
      </dsp:txXfrm>
    </dsp:sp>
    <dsp:sp modelId="{9FA3D57A-4F35-4394-AA26-122C71B8599C}">
      <dsp:nvSpPr>
        <dsp:cNvPr id="0" name=""/>
        <dsp:cNvSpPr/>
      </dsp:nvSpPr>
      <dsp:spPr>
        <a:xfrm>
          <a:off x="6108470" y="617854"/>
          <a:ext cx="475581" cy="91440"/>
        </a:xfrm>
        <a:custGeom>
          <a:avLst/>
          <a:gdLst/>
          <a:ahLst/>
          <a:cxnLst/>
          <a:rect l="0" t="0" r="0" b="0"/>
          <a:pathLst>
            <a:path>
              <a:moveTo>
                <a:pt x="0" y="45720"/>
              </a:moveTo>
              <a:lnTo>
                <a:pt x="475581" y="45720"/>
              </a:lnTo>
            </a:path>
          </a:pathLst>
        </a:custGeom>
        <a:noFill/>
        <a:ln w="6350" cap="flat" cmpd="sng" algn="ctr">
          <a:solidFill>
            <a:schemeClr val="accent5">
              <a:hueOff val="-965506"/>
              <a:satOff val="-2488"/>
              <a:lumOff val="-1681"/>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33606" y="661041"/>
        <a:ext cx="25309" cy="5066"/>
      </dsp:txXfrm>
    </dsp:sp>
    <dsp:sp modelId="{1E665E4F-311F-4E8F-9DDE-D091E04B2C25}">
      <dsp:nvSpPr>
        <dsp:cNvPr id="0" name=""/>
        <dsp:cNvSpPr/>
      </dsp:nvSpPr>
      <dsp:spPr>
        <a:xfrm>
          <a:off x="3909480" y="3337"/>
          <a:ext cx="2200789" cy="1320473"/>
        </a:xfrm>
        <a:prstGeom prst="rect">
          <a:avLst/>
        </a:prstGeom>
        <a:solidFill>
          <a:schemeClr val="accent5">
            <a:hueOff val="-844818"/>
            <a:satOff val="-2177"/>
            <a:lumOff val="-147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b="1" i="0" kern="1200" dirty="0"/>
            <a:t>Data Preprocessing:</a:t>
          </a:r>
          <a:endParaRPr lang="en-US" sz="2400" kern="1200" dirty="0"/>
        </a:p>
      </dsp:txBody>
      <dsp:txXfrm>
        <a:off x="3909480" y="3337"/>
        <a:ext cx="2200789" cy="1320473"/>
      </dsp:txXfrm>
    </dsp:sp>
    <dsp:sp modelId="{20B56A03-324E-498F-8A08-0EE88FCDD869}">
      <dsp:nvSpPr>
        <dsp:cNvPr id="0" name=""/>
        <dsp:cNvSpPr/>
      </dsp:nvSpPr>
      <dsp:spPr>
        <a:xfrm>
          <a:off x="8815442" y="617854"/>
          <a:ext cx="475581" cy="91440"/>
        </a:xfrm>
        <a:custGeom>
          <a:avLst/>
          <a:gdLst/>
          <a:ahLst/>
          <a:cxnLst/>
          <a:rect l="0" t="0" r="0" b="0"/>
          <a:pathLst>
            <a:path>
              <a:moveTo>
                <a:pt x="0" y="45720"/>
              </a:moveTo>
              <a:lnTo>
                <a:pt x="475581" y="45720"/>
              </a:lnTo>
            </a:path>
          </a:pathLst>
        </a:custGeom>
        <a:noFill/>
        <a:ln w="6350" cap="flat" cmpd="sng" algn="ctr">
          <a:solidFill>
            <a:schemeClr val="accent5">
              <a:hueOff val="-1931012"/>
              <a:satOff val="-4977"/>
              <a:lumOff val="-3361"/>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9040578" y="661041"/>
        <a:ext cx="25309" cy="5066"/>
      </dsp:txXfrm>
    </dsp:sp>
    <dsp:sp modelId="{3B9582CC-D795-46B5-8202-15DA3C9EAC83}">
      <dsp:nvSpPr>
        <dsp:cNvPr id="0" name=""/>
        <dsp:cNvSpPr/>
      </dsp:nvSpPr>
      <dsp:spPr>
        <a:xfrm>
          <a:off x="6616452" y="3337"/>
          <a:ext cx="2200789" cy="1320473"/>
        </a:xfrm>
        <a:prstGeom prst="rect">
          <a:avLst/>
        </a:prstGeom>
        <a:solidFill>
          <a:schemeClr val="accent5">
            <a:hueOff val="-1689636"/>
            <a:satOff val="-4355"/>
            <a:lumOff val="-294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b="1" i="0" kern="1200" dirty="0"/>
            <a:t>Exploratory Data Analysis (EDA)</a:t>
          </a:r>
          <a:endParaRPr lang="en-US" sz="2400" kern="1200" dirty="0"/>
        </a:p>
      </dsp:txBody>
      <dsp:txXfrm>
        <a:off x="6616452" y="3337"/>
        <a:ext cx="2200789" cy="1320473"/>
      </dsp:txXfrm>
    </dsp:sp>
    <dsp:sp modelId="{065A5FD5-68E1-4C67-BB33-FA81B792F736}">
      <dsp:nvSpPr>
        <dsp:cNvPr id="0" name=""/>
        <dsp:cNvSpPr/>
      </dsp:nvSpPr>
      <dsp:spPr>
        <a:xfrm>
          <a:off x="2302904" y="1322011"/>
          <a:ext cx="8120914" cy="475581"/>
        </a:xfrm>
        <a:custGeom>
          <a:avLst/>
          <a:gdLst/>
          <a:ahLst/>
          <a:cxnLst/>
          <a:rect l="0" t="0" r="0" b="0"/>
          <a:pathLst>
            <a:path>
              <a:moveTo>
                <a:pt x="8120914" y="0"/>
              </a:moveTo>
              <a:lnTo>
                <a:pt x="8120914" y="254890"/>
              </a:lnTo>
              <a:lnTo>
                <a:pt x="0" y="254890"/>
              </a:lnTo>
              <a:lnTo>
                <a:pt x="0" y="475581"/>
              </a:lnTo>
            </a:path>
          </a:pathLst>
        </a:custGeom>
        <a:noFill/>
        <a:ln w="6350" cap="flat" cmpd="sng" algn="ctr">
          <a:solidFill>
            <a:schemeClr val="accent5">
              <a:hueOff val="-2896518"/>
              <a:satOff val="-7465"/>
              <a:lumOff val="-5042"/>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159944" y="1557268"/>
        <a:ext cx="406833" cy="5066"/>
      </dsp:txXfrm>
    </dsp:sp>
    <dsp:sp modelId="{012072B1-7FD0-4F15-8DFD-37E4F8B80732}">
      <dsp:nvSpPr>
        <dsp:cNvPr id="0" name=""/>
        <dsp:cNvSpPr/>
      </dsp:nvSpPr>
      <dsp:spPr>
        <a:xfrm>
          <a:off x="9323423" y="3337"/>
          <a:ext cx="2200789" cy="1320473"/>
        </a:xfrm>
        <a:prstGeom prst="rect">
          <a:avLst/>
        </a:prstGeom>
        <a:solidFill>
          <a:schemeClr val="accent5">
            <a:hueOff val="-2534453"/>
            <a:satOff val="-6532"/>
            <a:lumOff val="-441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b="1" i="0" kern="1200" dirty="0"/>
            <a:t>Train-Test Split:</a:t>
          </a:r>
          <a:endParaRPr lang="en-US" sz="2400" kern="1200" dirty="0"/>
        </a:p>
      </dsp:txBody>
      <dsp:txXfrm>
        <a:off x="9323423" y="3337"/>
        <a:ext cx="2200789" cy="1320473"/>
      </dsp:txXfrm>
    </dsp:sp>
    <dsp:sp modelId="{FC789FAC-47DC-43FC-AA7E-C758F961EA45}">
      <dsp:nvSpPr>
        <dsp:cNvPr id="0" name=""/>
        <dsp:cNvSpPr/>
      </dsp:nvSpPr>
      <dsp:spPr>
        <a:xfrm>
          <a:off x="3401499" y="2444510"/>
          <a:ext cx="475581" cy="91440"/>
        </a:xfrm>
        <a:custGeom>
          <a:avLst/>
          <a:gdLst/>
          <a:ahLst/>
          <a:cxnLst/>
          <a:rect l="0" t="0" r="0" b="0"/>
          <a:pathLst>
            <a:path>
              <a:moveTo>
                <a:pt x="0" y="45720"/>
              </a:moveTo>
              <a:lnTo>
                <a:pt x="475581" y="45720"/>
              </a:lnTo>
            </a:path>
          </a:pathLst>
        </a:custGeom>
        <a:noFill/>
        <a:ln w="6350" cap="flat" cmpd="sng" algn="ctr">
          <a:solidFill>
            <a:schemeClr val="accent5">
              <a:hueOff val="-3862025"/>
              <a:satOff val="-9954"/>
              <a:lumOff val="-6723"/>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626635" y="2487696"/>
        <a:ext cx="25309" cy="5066"/>
      </dsp:txXfrm>
    </dsp:sp>
    <dsp:sp modelId="{D3347607-3424-4006-ABB3-46BAE7C28CA1}">
      <dsp:nvSpPr>
        <dsp:cNvPr id="0" name=""/>
        <dsp:cNvSpPr/>
      </dsp:nvSpPr>
      <dsp:spPr>
        <a:xfrm>
          <a:off x="1202509" y="1829993"/>
          <a:ext cx="2200789" cy="1320473"/>
        </a:xfrm>
        <a:prstGeom prst="rect">
          <a:avLst/>
        </a:prstGeom>
        <a:solidFill>
          <a:schemeClr val="accent5">
            <a:hueOff val="-3379271"/>
            <a:satOff val="-8710"/>
            <a:lumOff val="-5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b="1" i="0" kern="1200" dirty="0"/>
            <a:t>Model Selection</a:t>
          </a:r>
          <a:endParaRPr lang="en-US" sz="2400" kern="1200" dirty="0"/>
        </a:p>
      </dsp:txBody>
      <dsp:txXfrm>
        <a:off x="1202509" y="1829993"/>
        <a:ext cx="2200789" cy="1320473"/>
      </dsp:txXfrm>
    </dsp:sp>
    <dsp:sp modelId="{D4A48AF7-0037-4B0C-9C69-9AA77FAAF9C8}">
      <dsp:nvSpPr>
        <dsp:cNvPr id="0" name=""/>
        <dsp:cNvSpPr/>
      </dsp:nvSpPr>
      <dsp:spPr>
        <a:xfrm>
          <a:off x="6108470" y="2444510"/>
          <a:ext cx="475581" cy="91440"/>
        </a:xfrm>
        <a:custGeom>
          <a:avLst/>
          <a:gdLst/>
          <a:ahLst/>
          <a:cxnLst/>
          <a:rect l="0" t="0" r="0" b="0"/>
          <a:pathLst>
            <a:path>
              <a:moveTo>
                <a:pt x="0" y="45720"/>
              </a:moveTo>
              <a:lnTo>
                <a:pt x="475581" y="45720"/>
              </a:lnTo>
            </a:path>
          </a:pathLst>
        </a:custGeom>
        <a:noFill/>
        <a:ln w="6350" cap="flat" cmpd="sng" algn="ctr">
          <a:solidFill>
            <a:schemeClr val="accent5">
              <a:hueOff val="-4827531"/>
              <a:satOff val="-12442"/>
              <a:lumOff val="-8404"/>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33606" y="2487696"/>
        <a:ext cx="25309" cy="5066"/>
      </dsp:txXfrm>
    </dsp:sp>
    <dsp:sp modelId="{EB3DC95B-51CD-4B09-8144-FAB6219C9368}">
      <dsp:nvSpPr>
        <dsp:cNvPr id="0" name=""/>
        <dsp:cNvSpPr/>
      </dsp:nvSpPr>
      <dsp:spPr>
        <a:xfrm>
          <a:off x="3909480" y="1829993"/>
          <a:ext cx="2200789" cy="1320473"/>
        </a:xfrm>
        <a:prstGeom prst="rect">
          <a:avLst/>
        </a:prstGeom>
        <a:solidFill>
          <a:schemeClr val="accent5">
            <a:hueOff val="-4224089"/>
            <a:satOff val="-10887"/>
            <a:lumOff val="-73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b="1" i="0" kern="1200" dirty="0"/>
            <a:t>Model Evaluation</a:t>
          </a:r>
          <a:endParaRPr lang="en-US" sz="2400" kern="1200" dirty="0"/>
        </a:p>
      </dsp:txBody>
      <dsp:txXfrm>
        <a:off x="3909480" y="1829993"/>
        <a:ext cx="2200789" cy="1320473"/>
      </dsp:txXfrm>
    </dsp:sp>
    <dsp:sp modelId="{50ACDC01-B470-45BB-9B71-067ED2FAEEB5}">
      <dsp:nvSpPr>
        <dsp:cNvPr id="0" name=""/>
        <dsp:cNvSpPr/>
      </dsp:nvSpPr>
      <dsp:spPr>
        <a:xfrm>
          <a:off x="8815442" y="2444510"/>
          <a:ext cx="475581" cy="91440"/>
        </a:xfrm>
        <a:custGeom>
          <a:avLst/>
          <a:gdLst/>
          <a:ahLst/>
          <a:cxnLst/>
          <a:rect l="0" t="0" r="0" b="0"/>
          <a:pathLst>
            <a:path>
              <a:moveTo>
                <a:pt x="0" y="45720"/>
              </a:moveTo>
              <a:lnTo>
                <a:pt x="475581" y="45720"/>
              </a:lnTo>
            </a:path>
          </a:pathLst>
        </a:custGeom>
        <a:noFill/>
        <a:ln w="6350" cap="flat" cmpd="sng" algn="ctr">
          <a:solidFill>
            <a:schemeClr val="accent5">
              <a:hueOff val="-5793037"/>
              <a:satOff val="-14931"/>
              <a:lumOff val="-10084"/>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9040578" y="2487696"/>
        <a:ext cx="25309" cy="5066"/>
      </dsp:txXfrm>
    </dsp:sp>
    <dsp:sp modelId="{0A40979D-65C7-45D1-8449-3F56470EF6AC}">
      <dsp:nvSpPr>
        <dsp:cNvPr id="0" name=""/>
        <dsp:cNvSpPr/>
      </dsp:nvSpPr>
      <dsp:spPr>
        <a:xfrm>
          <a:off x="6616452" y="1829993"/>
          <a:ext cx="2200789" cy="1320473"/>
        </a:xfrm>
        <a:prstGeom prst="rect">
          <a:avLst/>
        </a:prstGeom>
        <a:solidFill>
          <a:schemeClr val="accent5">
            <a:hueOff val="-5068907"/>
            <a:satOff val="-13064"/>
            <a:lumOff val="-882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b="1" i="0" kern="1200" dirty="0"/>
            <a:t>Hyperparameter Tuning</a:t>
          </a:r>
          <a:endParaRPr lang="en-US" sz="2400" kern="1200" dirty="0"/>
        </a:p>
      </dsp:txBody>
      <dsp:txXfrm>
        <a:off x="6616452" y="1829993"/>
        <a:ext cx="2200789" cy="1320473"/>
      </dsp:txXfrm>
    </dsp:sp>
    <dsp:sp modelId="{C177C6BD-9E00-41A9-8650-A79DE52734C2}">
      <dsp:nvSpPr>
        <dsp:cNvPr id="0" name=""/>
        <dsp:cNvSpPr/>
      </dsp:nvSpPr>
      <dsp:spPr>
        <a:xfrm>
          <a:off x="2302904" y="3148666"/>
          <a:ext cx="8120914" cy="475581"/>
        </a:xfrm>
        <a:custGeom>
          <a:avLst/>
          <a:gdLst/>
          <a:ahLst/>
          <a:cxnLst/>
          <a:rect l="0" t="0" r="0" b="0"/>
          <a:pathLst>
            <a:path>
              <a:moveTo>
                <a:pt x="8120914" y="0"/>
              </a:moveTo>
              <a:lnTo>
                <a:pt x="8120914" y="254890"/>
              </a:lnTo>
              <a:lnTo>
                <a:pt x="0" y="254890"/>
              </a:lnTo>
              <a:lnTo>
                <a:pt x="0" y="475581"/>
              </a:lnTo>
            </a:path>
          </a:pathLst>
        </a:custGeom>
        <a:noFill/>
        <a:ln w="6350" cap="flat" cmpd="sng" algn="ctr">
          <a:solidFill>
            <a:schemeClr val="accent5">
              <a:hueOff val="-6758543"/>
              <a:satOff val="-17419"/>
              <a:lumOff val="-11765"/>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159944" y="3383924"/>
        <a:ext cx="406833" cy="5066"/>
      </dsp:txXfrm>
    </dsp:sp>
    <dsp:sp modelId="{FC4DDE08-52D8-4124-83E3-84B7F23BF19B}">
      <dsp:nvSpPr>
        <dsp:cNvPr id="0" name=""/>
        <dsp:cNvSpPr/>
      </dsp:nvSpPr>
      <dsp:spPr>
        <a:xfrm>
          <a:off x="9323423" y="1829993"/>
          <a:ext cx="2200789" cy="1320473"/>
        </a:xfrm>
        <a:prstGeom prst="rect">
          <a:avLst/>
        </a:prstGeom>
        <a:solidFill>
          <a:schemeClr val="accent5">
            <a:hueOff val="-5913725"/>
            <a:satOff val="-15242"/>
            <a:lumOff val="-1029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b="1" i="0" kern="1200" dirty="0"/>
            <a:t>Prediction</a:t>
          </a:r>
          <a:endParaRPr lang="en-US" sz="2400" kern="1200" dirty="0"/>
        </a:p>
      </dsp:txBody>
      <dsp:txXfrm>
        <a:off x="9323423" y="1829993"/>
        <a:ext cx="2200789" cy="1320473"/>
      </dsp:txXfrm>
    </dsp:sp>
    <dsp:sp modelId="{CC2F2799-35BB-4668-85FB-1887B2DC8D84}">
      <dsp:nvSpPr>
        <dsp:cNvPr id="0" name=""/>
        <dsp:cNvSpPr/>
      </dsp:nvSpPr>
      <dsp:spPr>
        <a:xfrm>
          <a:off x="1202509" y="3656648"/>
          <a:ext cx="2200789" cy="1320473"/>
        </a:xfrm>
        <a:prstGeom prst="rect">
          <a:avLst/>
        </a:prstGeom>
        <a:solidFill>
          <a:srgbClr val="008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a:off x="1202509" y="3656648"/>
        <a:ext cx="2200789" cy="1320473"/>
      </dsp:txXfrm>
    </dsp:sp>
  </dsp:spTree>
</dsp:drawing>
</file>

<file path=ppt/diagrams/layout1.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70641" y="7005156"/>
            <a:ext cx="25733931" cy="14902051"/>
          </a:xfrm>
        </p:spPr>
        <p:txBody>
          <a:bodyPr anchor="b"/>
          <a:lstStyle>
            <a:lvl1pPr algn="ctr">
              <a:defRPr sz="19865"/>
            </a:lvl1pPr>
          </a:lstStyle>
          <a:p>
            <a:r>
              <a:rPr lang="en-US"/>
              <a:t>Click to edit Master title style</a:t>
            </a:r>
            <a:endParaRPr lang="en-US" dirty="0"/>
          </a:p>
        </p:txBody>
      </p:sp>
      <p:sp>
        <p:nvSpPr>
          <p:cNvPr id="3" name="Subtitle 2"/>
          <p:cNvSpPr>
            <a:spLocks noGrp="1"/>
          </p:cNvSpPr>
          <p:nvPr>
            <p:ph type="subTitle" idx="1"/>
          </p:nvPr>
        </p:nvSpPr>
        <p:spPr>
          <a:xfrm>
            <a:off x="3784402" y="22481887"/>
            <a:ext cx="22706410" cy="10334331"/>
          </a:xfrm>
        </p:spPr>
        <p:txBody>
          <a:bodyPr/>
          <a:lstStyle>
            <a:lvl1pPr marL="0" indent="0" algn="ctr">
              <a:buNone/>
              <a:defRPr sz="7946"/>
            </a:lvl1pPr>
            <a:lvl2pPr marL="1513743" indent="0" algn="ctr">
              <a:buNone/>
              <a:defRPr sz="6622"/>
            </a:lvl2pPr>
            <a:lvl3pPr marL="3027487" indent="0" algn="ctr">
              <a:buNone/>
              <a:defRPr sz="5960"/>
            </a:lvl3pPr>
            <a:lvl4pPr marL="4541230" indent="0" algn="ctr">
              <a:buNone/>
              <a:defRPr sz="5297"/>
            </a:lvl4pPr>
            <a:lvl5pPr marL="6054974" indent="0" algn="ctr">
              <a:buNone/>
              <a:defRPr sz="5297"/>
            </a:lvl5pPr>
            <a:lvl6pPr marL="7568717" indent="0" algn="ctr">
              <a:buNone/>
              <a:defRPr sz="5297"/>
            </a:lvl6pPr>
            <a:lvl7pPr marL="9082461" indent="0" algn="ctr">
              <a:buNone/>
              <a:defRPr sz="5297"/>
            </a:lvl7pPr>
            <a:lvl8pPr marL="10596204" indent="0" algn="ctr">
              <a:buNone/>
              <a:defRPr sz="5297"/>
            </a:lvl8pPr>
            <a:lvl9pPr marL="12109948" indent="0" algn="ctr">
              <a:buNone/>
              <a:defRPr sz="5297"/>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0E37F6B-8703-4063-AF6A-9D182488EE80}" type="datetimeFigureOut">
              <a:rPr lang="en-US" smtClean="0"/>
              <a:t>8/8/2026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766C2E-FE70-4936-A0FE-08B02C014819}" type="slidenum">
              <a:rPr lang="en-US" smtClean="0"/>
              <a:t>‹#›</a:t>
            </a:fld>
            <a:endParaRPr lang="en-US"/>
          </a:p>
        </p:txBody>
      </p:sp>
    </p:spTree>
    <p:extLst>
      <p:ext uri="{BB962C8B-B14F-4D97-AF65-F5344CB8AC3E}">
        <p14:creationId xmlns:p14="http://schemas.microsoft.com/office/powerpoint/2010/main" val="31945612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0E37F6B-8703-4063-AF6A-9D182488EE80}" type="datetimeFigureOut">
              <a:rPr lang="en-US" smtClean="0"/>
              <a:t>8/8/2026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766C2E-FE70-4936-A0FE-08B02C014819}" type="slidenum">
              <a:rPr lang="en-US" smtClean="0"/>
              <a:t>‹#›</a:t>
            </a:fld>
            <a:endParaRPr lang="en-US"/>
          </a:p>
        </p:txBody>
      </p:sp>
    </p:spTree>
    <p:extLst>
      <p:ext uri="{BB962C8B-B14F-4D97-AF65-F5344CB8AC3E}">
        <p14:creationId xmlns:p14="http://schemas.microsoft.com/office/powerpoint/2010/main" val="42203536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65654" y="10671229"/>
            <a:ext cx="26112371" cy="17805173"/>
          </a:xfrm>
        </p:spPr>
        <p:txBody>
          <a:bodyPr anchor="b"/>
          <a:lstStyle>
            <a:lvl1pPr>
              <a:defRPr sz="19865"/>
            </a:lvl1pPr>
          </a:lstStyle>
          <a:p>
            <a:r>
              <a:rPr lang="en-US"/>
              <a:t>Click to edit Master title style</a:t>
            </a:r>
            <a:endParaRPr lang="en-US" dirty="0"/>
          </a:p>
        </p:txBody>
      </p:sp>
      <p:sp>
        <p:nvSpPr>
          <p:cNvPr id="3" name="Text Placeholder 2"/>
          <p:cNvSpPr>
            <a:spLocks noGrp="1"/>
          </p:cNvSpPr>
          <p:nvPr>
            <p:ph type="body" idx="1"/>
          </p:nvPr>
        </p:nvSpPr>
        <p:spPr>
          <a:xfrm>
            <a:off x="2065654" y="28644846"/>
            <a:ext cx="26112371" cy="9363320"/>
          </a:xfrm>
        </p:spPr>
        <p:txBody>
          <a:bodyPr/>
          <a:lstStyle>
            <a:lvl1pPr marL="0" indent="0">
              <a:buNone/>
              <a:defRPr sz="7946">
                <a:solidFill>
                  <a:schemeClr val="tx1"/>
                </a:solidFill>
              </a:defRPr>
            </a:lvl1pPr>
            <a:lvl2pPr marL="1513743" indent="0">
              <a:buNone/>
              <a:defRPr sz="6622">
                <a:solidFill>
                  <a:schemeClr val="tx1">
                    <a:tint val="75000"/>
                  </a:schemeClr>
                </a:solidFill>
              </a:defRPr>
            </a:lvl2pPr>
            <a:lvl3pPr marL="3027487" indent="0">
              <a:buNone/>
              <a:defRPr sz="5960">
                <a:solidFill>
                  <a:schemeClr val="tx1">
                    <a:tint val="75000"/>
                  </a:schemeClr>
                </a:solidFill>
              </a:defRPr>
            </a:lvl3pPr>
            <a:lvl4pPr marL="4541230" indent="0">
              <a:buNone/>
              <a:defRPr sz="5297">
                <a:solidFill>
                  <a:schemeClr val="tx1">
                    <a:tint val="75000"/>
                  </a:schemeClr>
                </a:solidFill>
              </a:defRPr>
            </a:lvl4pPr>
            <a:lvl5pPr marL="6054974" indent="0">
              <a:buNone/>
              <a:defRPr sz="5297">
                <a:solidFill>
                  <a:schemeClr val="tx1">
                    <a:tint val="75000"/>
                  </a:schemeClr>
                </a:solidFill>
              </a:defRPr>
            </a:lvl5pPr>
            <a:lvl6pPr marL="7568717" indent="0">
              <a:buNone/>
              <a:defRPr sz="5297">
                <a:solidFill>
                  <a:schemeClr val="tx1">
                    <a:tint val="75000"/>
                  </a:schemeClr>
                </a:solidFill>
              </a:defRPr>
            </a:lvl6pPr>
            <a:lvl7pPr marL="9082461" indent="0">
              <a:buNone/>
              <a:defRPr sz="5297">
                <a:solidFill>
                  <a:schemeClr val="tx1">
                    <a:tint val="75000"/>
                  </a:schemeClr>
                </a:solidFill>
              </a:defRPr>
            </a:lvl7pPr>
            <a:lvl8pPr marL="10596204" indent="0">
              <a:buNone/>
              <a:defRPr sz="5297">
                <a:solidFill>
                  <a:schemeClr val="tx1">
                    <a:tint val="75000"/>
                  </a:schemeClr>
                </a:solidFill>
              </a:defRPr>
            </a:lvl8pPr>
            <a:lvl9pPr marL="12109948" indent="0">
              <a:buNone/>
              <a:defRPr sz="5297">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0E37F6B-8703-4063-AF6A-9D182488EE80}" type="datetimeFigureOut">
              <a:rPr lang="en-US" smtClean="0"/>
              <a:t>8/8/2026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766C2E-FE70-4936-A0FE-08B02C014819}" type="slidenum">
              <a:rPr lang="en-US" smtClean="0"/>
              <a:t>‹#›</a:t>
            </a:fld>
            <a:endParaRPr lang="en-US"/>
          </a:p>
        </p:txBody>
      </p:sp>
    </p:spTree>
    <p:extLst>
      <p:ext uri="{BB962C8B-B14F-4D97-AF65-F5344CB8AC3E}">
        <p14:creationId xmlns:p14="http://schemas.microsoft.com/office/powerpoint/2010/main" val="17381995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081421" y="11394520"/>
            <a:ext cx="12866966" cy="271585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5326826" y="11394520"/>
            <a:ext cx="12866966" cy="271585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0E37F6B-8703-4063-AF6A-9D182488EE80}" type="datetimeFigureOut">
              <a:rPr lang="en-US" smtClean="0"/>
              <a:t>8/8/2026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D766C2E-FE70-4936-A0FE-08B02C014819}" type="slidenum">
              <a:rPr lang="en-US" smtClean="0"/>
              <a:t>‹#›</a:t>
            </a:fld>
            <a:endParaRPr lang="en-US"/>
          </a:p>
        </p:txBody>
      </p:sp>
    </p:spTree>
    <p:extLst>
      <p:ext uri="{BB962C8B-B14F-4D97-AF65-F5344CB8AC3E}">
        <p14:creationId xmlns:p14="http://schemas.microsoft.com/office/powerpoint/2010/main" val="35287062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278913"/>
            <a:ext cx="26112371" cy="82734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2085368" y="10492870"/>
            <a:ext cx="12807832" cy="5142393"/>
          </a:xfrm>
        </p:spPr>
        <p:txBody>
          <a:bodyPr anchor="b"/>
          <a:lstStyle>
            <a:lvl1pPr marL="0" indent="0">
              <a:buNone/>
              <a:defRPr sz="7946" b="1"/>
            </a:lvl1pPr>
            <a:lvl2pPr marL="1513743" indent="0">
              <a:buNone/>
              <a:defRPr sz="6622" b="1"/>
            </a:lvl2pPr>
            <a:lvl3pPr marL="3027487" indent="0">
              <a:buNone/>
              <a:defRPr sz="5960" b="1"/>
            </a:lvl3pPr>
            <a:lvl4pPr marL="4541230" indent="0">
              <a:buNone/>
              <a:defRPr sz="5297" b="1"/>
            </a:lvl4pPr>
            <a:lvl5pPr marL="6054974" indent="0">
              <a:buNone/>
              <a:defRPr sz="5297" b="1"/>
            </a:lvl5pPr>
            <a:lvl6pPr marL="7568717" indent="0">
              <a:buNone/>
              <a:defRPr sz="5297" b="1"/>
            </a:lvl6pPr>
            <a:lvl7pPr marL="9082461" indent="0">
              <a:buNone/>
              <a:defRPr sz="5297" b="1"/>
            </a:lvl7pPr>
            <a:lvl8pPr marL="10596204" indent="0">
              <a:buNone/>
              <a:defRPr sz="5297" b="1"/>
            </a:lvl8pPr>
            <a:lvl9pPr marL="12109948" indent="0">
              <a:buNone/>
              <a:defRPr sz="5297" b="1"/>
            </a:lvl9pPr>
          </a:lstStyle>
          <a:p>
            <a:pPr lvl="0"/>
            <a:r>
              <a:rPr lang="en-US"/>
              <a:t>Click to edit Master text styles</a:t>
            </a:r>
          </a:p>
        </p:txBody>
      </p:sp>
      <p:sp>
        <p:nvSpPr>
          <p:cNvPr id="4" name="Content Placeholder 3"/>
          <p:cNvSpPr>
            <a:spLocks noGrp="1"/>
          </p:cNvSpPr>
          <p:nvPr>
            <p:ph sz="half" idx="2"/>
          </p:nvPr>
        </p:nvSpPr>
        <p:spPr>
          <a:xfrm>
            <a:off x="2085368" y="15635264"/>
            <a:ext cx="12807832" cy="22997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5326828" y="10492870"/>
            <a:ext cx="12870909" cy="5142393"/>
          </a:xfrm>
        </p:spPr>
        <p:txBody>
          <a:bodyPr anchor="b"/>
          <a:lstStyle>
            <a:lvl1pPr marL="0" indent="0">
              <a:buNone/>
              <a:defRPr sz="7946" b="1"/>
            </a:lvl1pPr>
            <a:lvl2pPr marL="1513743" indent="0">
              <a:buNone/>
              <a:defRPr sz="6622" b="1"/>
            </a:lvl2pPr>
            <a:lvl3pPr marL="3027487" indent="0">
              <a:buNone/>
              <a:defRPr sz="5960" b="1"/>
            </a:lvl3pPr>
            <a:lvl4pPr marL="4541230" indent="0">
              <a:buNone/>
              <a:defRPr sz="5297" b="1"/>
            </a:lvl4pPr>
            <a:lvl5pPr marL="6054974" indent="0">
              <a:buNone/>
              <a:defRPr sz="5297" b="1"/>
            </a:lvl5pPr>
            <a:lvl6pPr marL="7568717" indent="0">
              <a:buNone/>
              <a:defRPr sz="5297" b="1"/>
            </a:lvl6pPr>
            <a:lvl7pPr marL="9082461" indent="0">
              <a:buNone/>
              <a:defRPr sz="5297" b="1"/>
            </a:lvl7pPr>
            <a:lvl8pPr marL="10596204" indent="0">
              <a:buNone/>
              <a:defRPr sz="5297" b="1"/>
            </a:lvl8pPr>
            <a:lvl9pPr marL="12109948" indent="0">
              <a:buNone/>
              <a:defRPr sz="5297" b="1"/>
            </a:lvl9pPr>
          </a:lstStyle>
          <a:p>
            <a:pPr lvl="0"/>
            <a:r>
              <a:rPr lang="en-US"/>
              <a:t>Click to edit Master text styles</a:t>
            </a:r>
          </a:p>
        </p:txBody>
      </p:sp>
      <p:sp>
        <p:nvSpPr>
          <p:cNvPr id="6" name="Content Placeholder 5"/>
          <p:cNvSpPr>
            <a:spLocks noGrp="1"/>
          </p:cNvSpPr>
          <p:nvPr>
            <p:ph sz="quarter" idx="4"/>
          </p:nvPr>
        </p:nvSpPr>
        <p:spPr>
          <a:xfrm>
            <a:off x="15326828" y="15635264"/>
            <a:ext cx="12870909" cy="22997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0E37F6B-8703-4063-AF6A-9D182488EE80}" type="datetimeFigureOut">
              <a:rPr lang="en-US" smtClean="0"/>
              <a:t>8/8/2026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D766C2E-FE70-4936-A0FE-08B02C014819}" type="slidenum">
              <a:rPr lang="en-US" smtClean="0"/>
              <a:t>‹#›</a:t>
            </a:fld>
            <a:endParaRPr lang="en-US"/>
          </a:p>
        </p:txBody>
      </p:sp>
    </p:spTree>
    <p:extLst>
      <p:ext uri="{BB962C8B-B14F-4D97-AF65-F5344CB8AC3E}">
        <p14:creationId xmlns:p14="http://schemas.microsoft.com/office/powerpoint/2010/main" val="485973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0E37F6B-8703-4063-AF6A-9D182488EE80}" type="datetimeFigureOut">
              <a:rPr lang="en-US" smtClean="0"/>
              <a:t>8/8/2026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D766C2E-FE70-4936-A0FE-08B02C014819}" type="slidenum">
              <a:rPr lang="en-US" smtClean="0"/>
              <a:t>‹#›</a:t>
            </a:fld>
            <a:endParaRPr lang="en-US"/>
          </a:p>
        </p:txBody>
      </p:sp>
    </p:spTree>
    <p:extLst>
      <p:ext uri="{BB962C8B-B14F-4D97-AF65-F5344CB8AC3E}">
        <p14:creationId xmlns:p14="http://schemas.microsoft.com/office/powerpoint/2010/main" val="31544311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E37F6B-8703-4063-AF6A-9D182488EE80}" type="datetimeFigureOut">
              <a:rPr lang="en-US" smtClean="0"/>
              <a:t>8/8/2026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D766C2E-FE70-4936-A0FE-08B02C014819}" type="slidenum">
              <a:rPr lang="en-US" smtClean="0"/>
              <a:t>‹#›</a:t>
            </a:fld>
            <a:endParaRPr lang="en-US"/>
          </a:p>
        </p:txBody>
      </p:sp>
    </p:spTree>
    <p:extLst>
      <p:ext uri="{BB962C8B-B14F-4D97-AF65-F5344CB8AC3E}">
        <p14:creationId xmlns:p14="http://schemas.microsoft.com/office/powerpoint/2010/main" val="2988971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3584"/>
            <a:ext cx="9764544" cy="9987545"/>
          </a:xfrm>
        </p:spPr>
        <p:txBody>
          <a:bodyPr anchor="b"/>
          <a:lstStyle>
            <a:lvl1pPr>
              <a:defRPr sz="10595"/>
            </a:lvl1pPr>
          </a:lstStyle>
          <a:p>
            <a:r>
              <a:rPr lang="en-US"/>
              <a:t>Click to edit Master title style</a:t>
            </a:r>
            <a:endParaRPr lang="en-US" dirty="0"/>
          </a:p>
        </p:txBody>
      </p:sp>
      <p:sp>
        <p:nvSpPr>
          <p:cNvPr id="3" name="Content Placeholder 2"/>
          <p:cNvSpPr>
            <a:spLocks noGrp="1"/>
          </p:cNvSpPr>
          <p:nvPr>
            <p:ph idx="1"/>
          </p:nvPr>
        </p:nvSpPr>
        <p:spPr>
          <a:xfrm>
            <a:off x="12870909" y="6162959"/>
            <a:ext cx="15326827" cy="30418415"/>
          </a:xfrm>
        </p:spPr>
        <p:txBody>
          <a:bodyPr/>
          <a:lstStyle>
            <a:lvl1pPr>
              <a:defRPr sz="10595"/>
            </a:lvl1pPr>
            <a:lvl2pPr>
              <a:defRPr sz="9271"/>
            </a:lvl2pPr>
            <a:lvl3pPr>
              <a:defRPr sz="7946"/>
            </a:lvl3pPr>
            <a:lvl4pPr>
              <a:defRPr sz="6622"/>
            </a:lvl4pPr>
            <a:lvl5pPr>
              <a:defRPr sz="6622"/>
            </a:lvl5pPr>
            <a:lvl6pPr>
              <a:defRPr sz="6622"/>
            </a:lvl6pPr>
            <a:lvl7pPr>
              <a:defRPr sz="6622"/>
            </a:lvl7pPr>
            <a:lvl8pPr>
              <a:defRPr sz="6622"/>
            </a:lvl8pPr>
            <a:lvl9pPr>
              <a:defRPr sz="662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085364" y="12841129"/>
            <a:ext cx="9764544" cy="23789780"/>
          </a:xfrm>
        </p:spPr>
        <p:txBody>
          <a:bodyPr/>
          <a:lstStyle>
            <a:lvl1pPr marL="0" indent="0">
              <a:buNone/>
              <a:defRPr sz="5297"/>
            </a:lvl1pPr>
            <a:lvl2pPr marL="1513743" indent="0">
              <a:buNone/>
              <a:defRPr sz="4635"/>
            </a:lvl2pPr>
            <a:lvl3pPr marL="3027487" indent="0">
              <a:buNone/>
              <a:defRPr sz="3973"/>
            </a:lvl3pPr>
            <a:lvl4pPr marL="4541230" indent="0">
              <a:buNone/>
              <a:defRPr sz="3311"/>
            </a:lvl4pPr>
            <a:lvl5pPr marL="6054974" indent="0">
              <a:buNone/>
              <a:defRPr sz="3311"/>
            </a:lvl5pPr>
            <a:lvl6pPr marL="7568717" indent="0">
              <a:buNone/>
              <a:defRPr sz="3311"/>
            </a:lvl6pPr>
            <a:lvl7pPr marL="9082461" indent="0">
              <a:buNone/>
              <a:defRPr sz="3311"/>
            </a:lvl7pPr>
            <a:lvl8pPr marL="10596204" indent="0">
              <a:buNone/>
              <a:defRPr sz="3311"/>
            </a:lvl8pPr>
            <a:lvl9pPr marL="12109948" indent="0">
              <a:buNone/>
              <a:defRPr sz="3311"/>
            </a:lvl9pPr>
          </a:lstStyle>
          <a:p>
            <a:pPr lvl="0"/>
            <a:r>
              <a:rPr lang="en-US"/>
              <a:t>Click to edit Master text styles</a:t>
            </a:r>
          </a:p>
        </p:txBody>
      </p:sp>
      <p:sp>
        <p:nvSpPr>
          <p:cNvPr id="5" name="Date Placeholder 4"/>
          <p:cNvSpPr>
            <a:spLocks noGrp="1"/>
          </p:cNvSpPr>
          <p:nvPr>
            <p:ph type="dt" sz="half" idx="10"/>
          </p:nvPr>
        </p:nvSpPr>
        <p:spPr/>
        <p:txBody>
          <a:bodyPr/>
          <a:lstStyle/>
          <a:p>
            <a:fld id="{60E37F6B-8703-4063-AF6A-9D182488EE80}" type="datetimeFigureOut">
              <a:rPr lang="en-US" smtClean="0"/>
              <a:t>8/8/2026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D766C2E-FE70-4936-A0FE-08B02C014819}" type="slidenum">
              <a:rPr lang="en-US" smtClean="0"/>
              <a:t>‹#›</a:t>
            </a:fld>
            <a:endParaRPr lang="en-US"/>
          </a:p>
        </p:txBody>
      </p:sp>
    </p:spTree>
    <p:extLst>
      <p:ext uri="{BB962C8B-B14F-4D97-AF65-F5344CB8AC3E}">
        <p14:creationId xmlns:p14="http://schemas.microsoft.com/office/powerpoint/2010/main" val="28863171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3584"/>
            <a:ext cx="9764544" cy="9987545"/>
          </a:xfrm>
        </p:spPr>
        <p:txBody>
          <a:bodyPr anchor="b"/>
          <a:lstStyle>
            <a:lvl1pPr>
              <a:defRPr sz="10595"/>
            </a:lvl1pPr>
          </a:lstStyle>
          <a:p>
            <a:r>
              <a:rPr lang="en-US"/>
              <a:t>Click to edit Master title style</a:t>
            </a:r>
            <a:endParaRPr lang="en-US" dirty="0"/>
          </a:p>
        </p:txBody>
      </p:sp>
      <p:sp>
        <p:nvSpPr>
          <p:cNvPr id="3" name="Picture Placeholder 2"/>
          <p:cNvSpPr>
            <a:spLocks noGrp="1" noChangeAspect="1"/>
          </p:cNvSpPr>
          <p:nvPr>
            <p:ph type="pic" idx="1"/>
          </p:nvPr>
        </p:nvSpPr>
        <p:spPr>
          <a:xfrm>
            <a:off x="12870909" y="6162959"/>
            <a:ext cx="15326827" cy="30418415"/>
          </a:xfrm>
        </p:spPr>
        <p:txBody>
          <a:bodyPr anchor="t"/>
          <a:lstStyle>
            <a:lvl1pPr marL="0" indent="0">
              <a:buNone/>
              <a:defRPr sz="10595"/>
            </a:lvl1pPr>
            <a:lvl2pPr marL="1513743" indent="0">
              <a:buNone/>
              <a:defRPr sz="9271"/>
            </a:lvl2pPr>
            <a:lvl3pPr marL="3027487" indent="0">
              <a:buNone/>
              <a:defRPr sz="7946"/>
            </a:lvl3pPr>
            <a:lvl4pPr marL="4541230" indent="0">
              <a:buNone/>
              <a:defRPr sz="6622"/>
            </a:lvl4pPr>
            <a:lvl5pPr marL="6054974" indent="0">
              <a:buNone/>
              <a:defRPr sz="6622"/>
            </a:lvl5pPr>
            <a:lvl6pPr marL="7568717" indent="0">
              <a:buNone/>
              <a:defRPr sz="6622"/>
            </a:lvl6pPr>
            <a:lvl7pPr marL="9082461" indent="0">
              <a:buNone/>
              <a:defRPr sz="6622"/>
            </a:lvl7pPr>
            <a:lvl8pPr marL="10596204" indent="0">
              <a:buNone/>
              <a:defRPr sz="6622"/>
            </a:lvl8pPr>
            <a:lvl9pPr marL="12109948" indent="0">
              <a:buNone/>
              <a:defRPr sz="6622"/>
            </a:lvl9pPr>
          </a:lstStyle>
          <a:p>
            <a:r>
              <a:rPr lang="en-US"/>
              <a:t>Click icon to add picture</a:t>
            </a:r>
            <a:endParaRPr lang="en-US" dirty="0"/>
          </a:p>
        </p:txBody>
      </p:sp>
      <p:sp>
        <p:nvSpPr>
          <p:cNvPr id="4" name="Text Placeholder 3"/>
          <p:cNvSpPr>
            <a:spLocks noGrp="1"/>
          </p:cNvSpPr>
          <p:nvPr>
            <p:ph type="body" sz="half" idx="2"/>
          </p:nvPr>
        </p:nvSpPr>
        <p:spPr>
          <a:xfrm>
            <a:off x="2085364" y="12841129"/>
            <a:ext cx="9764544" cy="23789780"/>
          </a:xfrm>
        </p:spPr>
        <p:txBody>
          <a:bodyPr/>
          <a:lstStyle>
            <a:lvl1pPr marL="0" indent="0">
              <a:buNone/>
              <a:defRPr sz="5297"/>
            </a:lvl1pPr>
            <a:lvl2pPr marL="1513743" indent="0">
              <a:buNone/>
              <a:defRPr sz="4635"/>
            </a:lvl2pPr>
            <a:lvl3pPr marL="3027487" indent="0">
              <a:buNone/>
              <a:defRPr sz="3973"/>
            </a:lvl3pPr>
            <a:lvl4pPr marL="4541230" indent="0">
              <a:buNone/>
              <a:defRPr sz="3311"/>
            </a:lvl4pPr>
            <a:lvl5pPr marL="6054974" indent="0">
              <a:buNone/>
              <a:defRPr sz="3311"/>
            </a:lvl5pPr>
            <a:lvl6pPr marL="7568717" indent="0">
              <a:buNone/>
              <a:defRPr sz="3311"/>
            </a:lvl6pPr>
            <a:lvl7pPr marL="9082461" indent="0">
              <a:buNone/>
              <a:defRPr sz="3311"/>
            </a:lvl7pPr>
            <a:lvl8pPr marL="10596204" indent="0">
              <a:buNone/>
              <a:defRPr sz="3311"/>
            </a:lvl8pPr>
            <a:lvl9pPr marL="12109948" indent="0">
              <a:buNone/>
              <a:defRPr sz="3311"/>
            </a:lvl9pPr>
          </a:lstStyle>
          <a:p>
            <a:pPr lvl="0"/>
            <a:r>
              <a:rPr lang="en-US"/>
              <a:t>Click to edit Master text styles</a:t>
            </a:r>
          </a:p>
        </p:txBody>
      </p:sp>
      <p:sp>
        <p:nvSpPr>
          <p:cNvPr id="5" name="Date Placeholder 4"/>
          <p:cNvSpPr>
            <a:spLocks noGrp="1"/>
          </p:cNvSpPr>
          <p:nvPr>
            <p:ph type="dt" sz="half" idx="10"/>
          </p:nvPr>
        </p:nvSpPr>
        <p:spPr/>
        <p:txBody>
          <a:bodyPr/>
          <a:lstStyle/>
          <a:p>
            <a:fld id="{60E37F6B-8703-4063-AF6A-9D182488EE80}" type="datetimeFigureOut">
              <a:rPr lang="en-US" smtClean="0"/>
              <a:t>8/8/2026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D766C2E-FE70-4936-A0FE-08B02C014819}" type="slidenum">
              <a:rPr lang="en-US" smtClean="0"/>
              <a:t>‹#›</a:t>
            </a:fld>
            <a:endParaRPr lang="en-US"/>
          </a:p>
        </p:txBody>
      </p:sp>
    </p:spTree>
    <p:extLst>
      <p:ext uri="{BB962C8B-B14F-4D97-AF65-F5344CB8AC3E}">
        <p14:creationId xmlns:p14="http://schemas.microsoft.com/office/powerpoint/2010/main" val="1565084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0E37F6B-8703-4063-AF6A-9D182488EE80}" type="datetimeFigureOut">
              <a:rPr lang="en-US" smtClean="0"/>
              <a:t>8/8/2026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766C2E-FE70-4936-A0FE-08B02C014819}" type="slidenum">
              <a:rPr lang="en-US" smtClean="0"/>
              <a:t>‹#›</a:t>
            </a:fld>
            <a:endParaRPr lang="en-US"/>
          </a:p>
        </p:txBody>
      </p:sp>
    </p:spTree>
    <p:extLst>
      <p:ext uri="{BB962C8B-B14F-4D97-AF65-F5344CB8AC3E}">
        <p14:creationId xmlns:p14="http://schemas.microsoft.com/office/powerpoint/2010/main" val="5039230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665701" y="2278904"/>
            <a:ext cx="6528093" cy="3627421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081423" y="2278904"/>
            <a:ext cx="19205838" cy="3627421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0E37F6B-8703-4063-AF6A-9D182488EE80}" type="datetimeFigureOut">
              <a:rPr lang="en-US" smtClean="0"/>
              <a:t>8/8/2026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766C2E-FE70-4936-A0FE-08B02C014819}" type="slidenum">
              <a:rPr lang="en-US" smtClean="0"/>
              <a:t>‹#›</a:t>
            </a:fld>
            <a:endParaRPr lang="en-US"/>
          </a:p>
        </p:txBody>
      </p:sp>
    </p:spTree>
    <p:extLst>
      <p:ext uri="{BB962C8B-B14F-4D97-AF65-F5344CB8AC3E}">
        <p14:creationId xmlns:p14="http://schemas.microsoft.com/office/powerpoint/2010/main" val="34013224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81421" y="2278913"/>
            <a:ext cx="26112371" cy="82734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081421" y="11394520"/>
            <a:ext cx="26112371" cy="2715859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081421" y="39672756"/>
            <a:ext cx="6811923" cy="2278904"/>
          </a:xfrm>
          <a:prstGeom prst="rect">
            <a:avLst/>
          </a:prstGeom>
        </p:spPr>
        <p:txBody>
          <a:bodyPr vert="horz" lIns="91440" tIns="45720" rIns="91440" bIns="45720" rtlCol="0" anchor="ctr"/>
          <a:lstStyle>
            <a:lvl1pPr algn="l">
              <a:defRPr sz="3973">
                <a:solidFill>
                  <a:schemeClr val="tx1">
                    <a:tint val="75000"/>
                  </a:schemeClr>
                </a:solidFill>
              </a:defRPr>
            </a:lvl1pPr>
          </a:lstStyle>
          <a:p>
            <a:fld id="{60E37F6B-8703-4063-AF6A-9D182488EE80}" type="datetimeFigureOut">
              <a:rPr lang="en-US" smtClean="0"/>
              <a:t>8/8/2026</a:t>
            </a:fld>
            <a:endParaRPr lang="en-US"/>
          </a:p>
        </p:txBody>
      </p:sp>
      <p:sp>
        <p:nvSpPr>
          <p:cNvPr id="5" name="Footer Placeholder 4"/>
          <p:cNvSpPr>
            <a:spLocks noGrp="1"/>
          </p:cNvSpPr>
          <p:nvPr>
            <p:ph type="ftr" sz="quarter" idx="3"/>
          </p:nvPr>
        </p:nvSpPr>
        <p:spPr>
          <a:xfrm>
            <a:off x="10028665" y="39672756"/>
            <a:ext cx="10217884" cy="2278904"/>
          </a:xfrm>
          <a:prstGeom prst="rect">
            <a:avLst/>
          </a:prstGeom>
        </p:spPr>
        <p:txBody>
          <a:bodyPr vert="horz" lIns="91440" tIns="45720" rIns="91440" bIns="45720" rtlCol="0" anchor="ctr"/>
          <a:lstStyle>
            <a:lvl1pPr algn="ctr">
              <a:defRPr sz="3973">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1381869" y="39672756"/>
            <a:ext cx="6811923" cy="2278904"/>
          </a:xfrm>
          <a:prstGeom prst="rect">
            <a:avLst/>
          </a:prstGeom>
        </p:spPr>
        <p:txBody>
          <a:bodyPr vert="horz" lIns="91440" tIns="45720" rIns="91440" bIns="45720" rtlCol="0" anchor="ctr"/>
          <a:lstStyle>
            <a:lvl1pPr algn="r">
              <a:defRPr sz="3973">
                <a:solidFill>
                  <a:schemeClr val="tx1">
                    <a:tint val="75000"/>
                  </a:schemeClr>
                </a:solidFill>
              </a:defRPr>
            </a:lvl1pPr>
          </a:lstStyle>
          <a:p>
            <a:fld id="{0D766C2E-FE70-4936-A0FE-08B02C014819}" type="slidenum">
              <a:rPr lang="en-US" smtClean="0"/>
              <a:t>‹#›</a:t>
            </a:fld>
            <a:endParaRPr lang="en-US"/>
          </a:p>
        </p:txBody>
      </p:sp>
    </p:spTree>
    <p:extLst>
      <p:ext uri="{BB962C8B-B14F-4D97-AF65-F5344CB8AC3E}">
        <p14:creationId xmlns:p14="http://schemas.microsoft.com/office/powerpoint/2010/main" val="2700477397"/>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3027487" rtl="0" eaLnBrk="1" latinLnBrk="0" hangingPunct="1">
        <a:lnSpc>
          <a:spcPct val="90000"/>
        </a:lnSpc>
        <a:spcBef>
          <a:spcPct val="0"/>
        </a:spcBef>
        <a:buNone/>
        <a:defRPr sz="14568" kern="1200">
          <a:solidFill>
            <a:schemeClr val="tx1"/>
          </a:solidFill>
          <a:latin typeface="+mj-lt"/>
          <a:ea typeface="+mj-ea"/>
          <a:cs typeface="+mj-cs"/>
        </a:defRPr>
      </a:lvl1pPr>
    </p:titleStyle>
    <p:bodyStyle>
      <a:lvl1pPr marL="756872" indent="-756872" algn="l" defTabSz="3027487" rtl="0" eaLnBrk="1" latinLnBrk="0" hangingPunct="1">
        <a:lnSpc>
          <a:spcPct val="90000"/>
        </a:lnSpc>
        <a:spcBef>
          <a:spcPts val="3311"/>
        </a:spcBef>
        <a:buFont typeface="Arial" panose="020B0604020202020204" pitchFamily="34" charset="0"/>
        <a:buChar char="•"/>
        <a:defRPr sz="9271" kern="1200">
          <a:solidFill>
            <a:schemeClr val="tx1"/>
          </a:solidFill>
          <a:latin typeface="+mn-lt"/>
          <a:ea typeface="+mn-ea"/>
          <a:cs typeface="+mn-cs"/>
        </a:defRPr>
      </a:lvl1pPr>
      <a:lvl2pPr marL="2270615" indent="-756872" algn="l" defTabSz="3027487" rtl="0" eaLnBrk="1" latinLnBrk="0" hangingPunct="1">
        <a:lnSpc>
          <a:spcPct val="90000"/>
        </a:lnSpc>
        <a:spcBef>
          <a:spcPts val="1655"/>
        </a:spcBef>
        <a:buFont typeface="Arial" panose="020B0604020202020204" pitchFamily="34" charset="0"/>
        <a:buChar char="•"/>
        <a:defRPr sz="7946" kern="1200">
          <a:solidFill>
            <a:schemeClr val="tx1"/>
          </a:solidFill>
          <a:latin typeface="+mn-lt"/>
          <a:ea typeface="+mn-ea"/>
          <a:cs typeface="+mn-cs"/>
        </a:defRPr>
      </a:lvl2pPr>
      <a:lvl3pPr marL="3784359" indent="-756872" algn="l" defTabSz="3027487" rtl="0" eaLnBrk="1" latinLnBrk="0" hangingPunct="1">
        <a:lnSpc>
          <a:spcPct val="90000"/>
        </a:lnSpc>
        <a:spcBef>
          <a:spcPts val="1655"/>
        </a:spcBef>
        <a:buFont typeface="Arial" panose="020B0604020202020204" pitchFamily="34" charset="0"/>
        <a:buChar char="•"/>
        <a:defRPr sz="6622" kern="1200">
          <a:solidFill>
            <a:schemeClr val="tx1"/>
          </a:solidFill>
          <a:latin typeface="+mn-lt"/>
          <a:ea typeface="+mn-ea"/>
          <a:cs typeface="+mn-cs"/>
        </a:defRPr>
      </a:lvl3pPr>
      <a:lvl4pPr marL="5298102"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4pPr>
      <a:lvl5pPr marL="681184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p:bodyStyle>
    <p:otherStyle>
      <a:defPPr>
        <a:defRPr lang="en-US"/>
      </a:defPPr>
      <a:lvl1pPr marL="0" algn="l" defTabSz="3027487" rtl="0" eaLnBrk="1" latinLnBrk="0" hangingPunct="1">
        <a:defRPr sz="5960" kern="1200">
          <a:solidFill>
            <a:schemeClr val="tx1"/>
          </a:solidFill>
          <a:latin typeface="+mn-lt"/>
          <a:ea typeface="+mn-ea"/>
          <a:cs typeface="+mn-cs"/>
        </a:defRPr>
      </a:lvl1pPr>
      <a:lvl2pPr marL="1513743" algn="l" defTabSz="3027487" rtl="0" eaLnBrk="1" latinLnBrk="0" hangingPunct="1">
        <a:defRPr sz="5960" kern="1200">
          <a:solidFill>
            <a:schemeClr val="tx1"/>
          </a:solidFill>
          <a:latin typeface="+mn-lt"/>
          <a:ea typeface="+mn-ea"/>
          <a:cs typeface="+mn-cs"/>
        </a:defRPr>
      </a:lvl2pPr>
      <a:lvl3pPr marL="3027487" algn="l" defTabSz="3027487" rtl="0" eaLnBrk="1" latinLnBrk="0" hangingPunct="1">
        <a:defRPr sz="5960" kern="1200">
          <a:solidFill>
            <a:schemeClr val="tx1"/>
          </a:solidFill>
          <a:latin typeface="+mn-lt"/>
          <a:ea typeface="+mn-ea"/>
          <a:cs typeface="+mn-cs"/>
        </a:defRPr>
      </a:lvl3pPr>
      <a:lvl4pPr marL="4541230" algn="l" defTabSz="3027487" rtl="0" eaLnBrk="1" latinLnBrk="0" hangingPunct="1">
        <a:defRPr sz="5960" kern="1200">
          <a:solidFill>
            <a:schemeClr val="tx1"/>
          </a:solidFill>
          <a:latin typeface="+mn-lt"/>
          <a:ea typeface="+mn-ea"/>
          <a:cs typeface="+mn-cs"/>
        </a:defRPr>
      </a:lvl4pPr>
      <a:lvl5pPr marL="6054974" algn="l" defTabSz="3027487" rtl="0" eaLnBrk="1" latinLnBrk="0" hangingPunct="1">
        <a:defRPr sz="5960" kern="1200">
          <a:solidFill>
            <a:schemeClr val="tx1"/>
          </a:solidFill>
          <a:latin typeface="+mn-lt"/>
          <a:ea typeface="+mn-ea"/>
          <a:cs typeface="+mn-cs"/>
        </a:defRPr>
      </a:lvl5pPr>
      <a:lvl6pPr marL="7568717" algn="l" defTabSz="3027487" rtl="0" eaLnBrk="1" latinLnBrk="0" hangingPunct="1">
        <a:defRPr sz="5960" kern="1200">
          <a:solidFill>
            <a:schemeClr val="tx1"/>
          </a:solidFill>
          <a:latin typeface="+mn-lt"/>
          <a:ea typeface="+mn-ea"/>
          <a:cs typeface="+mn-cs"/>
        </a:defRPr>
      </a:lvl6pPr>
      <a:lvl7pPr marL="9082461" algn="l" defTabSz="3027487" rtl="0" eaLnBrk="1" latinLnBrk="0" hangingPunct="1">
        <a:defRPr sz="5960" kern="1200">
          <a:solidFill>
            <a:schemeClr val="tx1"/>
          </a:solidFill>
          <a:latin typeface="+mn-lt"/>
          <a:ea typeface="+mn-ea"/>
          <a:cs typeface="+mn-cs"/>
        </a:defRPr>
      </a:lvl7pPr>
      <a:lvl8pPr marL="10596204" algn="l" defTabSz="3027487" rtl="0" eaLnBrk="1" latinLnBrk="0" hangingPunct="1">
        <a:defRPr sz="5960" kern="1200">
          <a:solidFill>
            <a:schemeClr val="tx1"/>
          </a:solidFill>
          <a:latin typeface="+mn-lt"/>
          <a:ea typeface="+mn-ea"/>
          <a:cs typeface="+mn-cs"/>
        </a:defRPr>
      </a:lvl8pPr>
      <a:lvl9pPr marL="12109948" algn="l" defTabSz="3027487" rtl="0" eaLnBrk="1" latinLnBrk="0" hangingPunct="1">
        <a:defRPr sz="59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diagramQuickStyle" Target="../diagrams/quickStyle1.xml"/><Relationship Id="rId13" Type="http://schemas.openxmlformats.org/officeDocument/2006/relationships/image" Target="../media/image3.png"/><Relationship Id="rId3" Type="http://schemas.openxmlformats.org/officeDocument/2006/relationships/hyperlink" Target="https://journalofbigdata.springeropen.com/articles/10.1186/s40537-019-0191-6" TargetMode="External"/><Relationship Id="rId7" Type="http://schemas.openxmlformats.org/officeDocument/2006/relationships/diagramLayout" Target="../diagrams/layout1.xml"/><Relationship Id="rId12" Type="http://schemas.openxmlformats.org/officeDocument/2006/relationships/image" Target="../media/image2.png"/><Relationship Id="rId2" Type="http://schemas.openxmlformats.org/officeDocument/2006/relationships/hyperlink" Target="https://www.researchgate.net/profile/Saran-A/publication/310757545_A_Survey_on_Customer_Churn_Prediction_using_Machine_Learning_Techniques/links/5bb5fb8a299bf13e605e2ae9/A-Survey-on-Customer-Churn-Prediction-using-Machine-Learning-Techniques.pdf" TargetMode="External"/><Relationship Id="rId1" Type="http://schemas.openxmlformats.org/officeDocument/2006/relationships/slideLayout" Target="../slideLayouts/slideLayout7.xml"/><Relationship Id="rId6" Type="http://schemas.openxmlformats.org/officeDocument/2006/relationships/diagramData" Target="../diagrams/data1.xml"/><Relationship Id="rId11" Type="http://schemas.openxmlformats.org/officeDocument/2006/relationships/image" Target="../media/image1.png"/><Relationship Id="rId5" Type="http://schemas.openxmlformats.org/officeDocument/2006/relationships/hyperlink" Target="https://www.easpublisher.com/get-articles/3872#:~:text=The%20study%20found%20that%20the,predictors%20of%20churn%20%5B1%5D" TargetMode="External"/><Relationship Id="rId10" Type="http://schemas.microsoft.com/office/2007/relationships/diagramDrawing" Target="../diagrams/drawing1.xml"/><Relationship Id="rId4" Type="http://schemas.openxmlformats.org/officeDocument/2006/relationships/hyperlink" Target="https://www.researchgate.net/publication/273439405_A_Comparison_of_Machine_Learning_Techniques_for_Customer_Churn_Prediction" TargetMode="External"/><Relationship Id="rId9" Type="http://schemas.openxmlformats.org/officeDocument/2006/relationships/diagramColors" Target="../diagrams/colors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34" name="Rectangle: Rounded Corners 33">
            <a:extLst>
              <a:ext uri="{FF2B5EF4-FFF2-40B4-BE49-F238E27FC236}">
                <a16:creationId xmlns:a16="http://schemas.microsoft.com/office/drawing/2014/main" id="{0005BB84-2F0D-5319-65BF-46B981D6A23C}"/>
              </a:ext>
            </a:extLst>
          </p:cNvPr>
          <p:cNvSpPr/>
          <p:nvPr/>
        </p:nvSpPr>
        <p:spPr>
          <a:xfrm>
            <a:off x="14461421" y="36525594"/>
            <a:ext cx="15235480" cy="914400"/>
          </a:xfrm>
          <a:prstGeom prst="roundRect">
            <a:avLst/>
          </a:prstGeom>
          <a:solidFill>
            <a:srgbClr val="008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Rounded Corners 32">
            <a:extLst>
              <a:ext uri="{FF2B5EF4-FFF2-40B4-BE49-F238E27FC236}">
                <a16:creationId xmlns:a16="http://schemas.microsoft.com/office/drawing/2014/main" id="{4E2F45E7-6314-ECB0-E256-75D5197E18BF}"/>
              </a:ext>
            </a:extLst>
          </p:cNvPr>
          <p:cNvSpPr/>
          <p:nvPr/>
        </p:nvSpPr>
        <p:spPr>
          <a:xfrm>
            <a:off x="14461421" y="19580781"/>
            <a:ext cx="13842698" cy="914400"/>
          </a:xfrm>
          <a:prstGeom prst="roundRect">
            <a:avLst/>
          </a:prstGeom>
          <a:solidFill>
            <a:srgbClr val="008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Rounded Corners 31">
            <a:extLst>
              <a:ext uri="{FF2B5EF4-FFF2-40B4-BE49-F238E27FC236}">
                <a16:creationId xmlns:a16="http://schemas.microsoft.com/office/drawing/2014/main" id="{4E5DEC22-293D-A876-B155-11476EA4FF62}"/>
              </a:ext>
            </a:extLst>
          </p:cNvPr>
          <p:cNvSpPr/>
          <p:nvPr/>
        </p:nvSpPr>
        <p:spPr>
          <a:xfrm>
            <a:off x="14461424" y="32253444"/>
            <a:ext cx="15235480" cy="914400"/>
          </a:xfrm>
          <a:prstGeom prst="roundRect">
            <a:avLst/>
          </a:prstGeom>
          <a:solidFill>
            <a:srgbClr val="008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C9F71E0B-D796-20A9-3B72-6CA6F8823583}"/>
              </a:ext>
            </a:extLst>
          </p:cNvPr>
          <p:cNvSpPr/>
          <p:nvPr/>
        </p:nvSpPr>
        <p:spPr>
          <a:xfrm>
            <a:off x="399447" y="34091208"/>
            <a:ext cx="13842698" cy="914400"/>
          </a:xfrm>
          <a:prstGeom prst="roundRect">
            <a:avLst/>
          </a:prstGeom>
          <a:solidFill>
            <a:srgbClr val="008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350409E9-BF68-2521-6A71-DB72EDB83781}"/>
              </a:ext>
            </a:extLst>
          </p:cNvPr>
          <p:cNvSpPr/>
          <p:nvPr/>
        </p:nvSpPr>
        <p:spPr>
          <a:xfrm>
            <a:off x="462075" y="27339175"/>
            <a:ext cx="13658953" cy="914400"/>
          </a:xfrm>
          <a:prstGeom prst="roundRect">
            <a:avLst/>
          </a:prstGeom>
          <a:solidFill>
            <a:srgbClr val="008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Rounded Corners 7">
            <a:extLst>
              <a:ext uri="{FF2B5EF4-FFF2-40B4-BE49-F238E27FC236}">
                <a16:creationId xmlns:a16="http://schemas.microsoft.com/office/drawing/2014/main" id="{BB2541AA-9F77-739D-C7A2-56486BD012AA}"/>
              </a:ext>
            </a:extLst>
          </p:cNvPr>
          <p:cNvSpPr/>
          <p:nvPr/>
        </p:nvSpPr>
        <p:spPr>
          <a:xfrm>
            <a:off x="433383" y="18618975"/>
            <a:ext cx="13716890" cy="914400"/>
          </a:xfrm>
          <a:prstGeom prst="roundRect">
            <a:avLst/>
          </a:prstGeom>
          <a:solidFill>
            <a:srgbClr val="008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5E0A35B1-C50C-7402-1CAD-BD2D12A09563}"/>
              </a:ext>
            </a:extLst>
          </p:cNvPr>
          <p:cNvSpPr/>
          <p:nvPr/>
        </p:nvSpPr>
        <p:spPr>
          <a:xfrm>
            <a:off x="432830" y="10813175"/>
            <a:ext cx="13717445" cy="914400"/>
          </a:xfrm>
          <a:prstGeom prst="roundRect">
            <a:avLst/>
          </a:prstGeom>
          <a:solidFill>
            <a:srgbClr val="008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F92381F4-64C9-8596-2B20-BFEAFE681071}"/>
              </a:ext>
            </a:extLst>
          </p:cNvPr>
          <p:cNvSpPr/>
          <p:nvPr/>
        </p:nvSpPr>
        <p:spPr>
          <a:xfrm>
            <a:off x="432829" y="4664424"/>
            <a:ext cx="13717446" cy="914400"/>
          </a:xfrm>
          <a:prstGeom prst="roundRect">
            <a:avLst/>
          </a:prstGeom>
          <a:solidFill>
            <a:srgbClr val="008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AC880FA-B8D5-80F3-4691-3AC7B5EC416B}"/>
              </a:ext>
            </a:extLst>
          </p:cNvPr>
          <p:cNvSpPr/>
          <p:nvPr/>
        </p:nvSpPr>
        <p:spPr>
          <a:xfrm>
            <a:off x="3970" y="383222"/>
            <a:ext cx="30267275" cy="3677920"/>
          </a:xfrm>
          <a:prstGeom prst="rect">
            <a:avLst/>
          </a:prstGeom>
          <a:solidFill>
            <a:srgbClr val="008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6000" b="1" dirty="0">
                <a:ln>
                  <a:solidFill>
                    <a:schemeClr val="bg1"/>
                  </a:solidFill>
                </a:ln>
                <a:solidFill>
                  <a:schemeClr val="bg1"/>
                </a:solidFill>
              </a:rPr>
              <a:t>Telco Customer Churn Prediction Using </a:t>
            </a:r>
          </a:p>
          <a:p>
            <a:pPr algn="ctr"/>
            <a:r>
              <a:rPr lang="en-GB" sz="6000" b="1" dirty="0">
                <a:ln>
                  <a:solidFill>
                    <a:schemeClr val="bg1"/>
                  </a:solidFill>
                </a:ln>
                <a:solidFill>
                  <a:schemeClr val="bg1"/>
                </a:solidFill>
              </a:rPr>
              <a:t>Machine Learning Algorithms</a:t>
            </a:r>
          </a:p>
        </p:txBody>
      </p:sp>
      <p:sp>
        <p:nvSpPr>
          <p:cNvPr id="16" name="TextBox 15">
            <a:extLst>
              <a:ext uri="{FF2B5EF4-FFF2-40B4-BE49-F238E27FC236}">
                <a16:creationId xmlns:a16="http://schemas.microsoft.com/office/drawing/2014/main" id="{09291D87-6016-F8D1-3C40-F74D180E1AB9}"/>
              </a:ext>
            </a:extLst>
          </p:cNvPr>
          <p:cNvSpPr txBox="1"/>
          <p:nvPr/>
        </p:nvSpPr>
        <p:spPr>
          <a:xfrm>
            <a:off x="14461424" y="4828932"/>
            <a:ext cx="15235481" cy="32065509"/>
          </a:xfrm>
          <a:prstGeom prst="rect">
            <a:avLst/>
          </a:prstGeom>
          <a:noFill/>
        </p:spPr>
        <p:txBody>
          <a:bodyPr wrap="square" numCol="1" spcCol="822960" rtlCol="0">
            <a:spAutoFit/>
          </a:bodyPr>
          <a:lstStyle/>
          <a:p>
            <a:pPr algn="just">
              <a:lnSpc>
                <a:spcPct val="107000"/>
              </a:lnSpc>
              <a:spcAft>
                <a:spcPts val="800"/>
              </a:spcAft>
            </a:pPr>
            <a:r>
              <a:rPr lang="en-US" sz="3200" dirty="0">
                <a:solidFill>
                  <a:srgbClr val="3C4043"/>
                </a:solidFill>
                <a:latin typeface="Times New Roman" panose="02020603050405020304" pitchFamily="18" charset="0"/>
                <a:cs typeface="Times New Roman" panose="02020603050405020304" pitchFamily="18" charset="0"/>
              </a:rPr>
              <a:t>By observing the graph, we can understand. Nearly a quarter of the customers left in a month. </a:t>
            </a:r>
            <a:r>
              <a:rPr lang="en-US" sz="3200" dirty="0">
                <a:latin typeface="Times New Roman" panose="02020603050405020304" pitchFamily="18" charset="0"/>
                <a:ea typeface="Aptos" panose="020B0004020202020204" pitchFamily="34" charset="0"/>
                <a:cs typeface="Times New Roman" panose="02020603050405020304" pitchFamily="18" charset="0"/>
              </a:rPr>
              <a:t>So going to analyze the model with various </a:t>
            </a:r>
            <a:r>
              <a:rPr lang="en-GB" sz="3200" dirty="0">
                <a:latin typeface="Times New Roman" panose="02020603050405020304" pitchFamily="18" charset="0"/>
                <a:ea typeface="Aptos" panose="020B0004020202020204" pitchFamily="34" charset="0"/>
                <a:cs typeface="Times New Roman" panose="02020603050405020304" pitchFamily="18" charset="0"/>
              </a:rPr>
              <a:t>evaluation  matrix to extract the insight for the customer retention.</a:t>
            </a:r>
          </a:p>
          <a:p>
            <a:pPr algn="just">
              <a:lnSpc>
                <a:spcPct val="107000"/>
              </a:lnSpc>
              <a:spcAft>
                <a:spcPts val="800"/>
              </a:spcAft>
            </a:pPr>
            <a:endParaRPr lang="en-US" sz="3200" dirty="0">
              <a:latin typeface="Times New Roman" panose="02020603050405020304" pitchFamily="18" charset="0"/>
              <a:ea typeface="Aptos" panose="020B0004020202020204" pitchFamily="34" charset="0"/>
              <a:cs typeface="Times New Roman" panose="02020603050405020304" pitchFamily="18" charset="0"/>
            </a:endParaRPr>
          </a:p>
          <a:p>
            <a:pPr algn="just">
              <a:lnSpc>
                <a:spcPct val="107000"/>
              </a:lnSpc>
              <a:spcAft>
                <a:spcPts val="800"/>
              </a:spcAft>
            </a:pPr>
            <a:endParaRPr lang="en-US" sz="3200" dirty="0">
              <a:latin typeface="Times New Roman" panose="02020603050405020304" pitchFamily="18" charset="0"/>
              <a:ea typeface="Aptos" panose="020B0004020202020204" pitchFamily="34" charset="0"/>
              <a:cs typeface="Times New Roman" panose="02020603050405020304" pitchFamily="18" charset="0"/>
            </a:endParaRPr>
          </a:p>
          <a:p>
            <a:pPr algn="just">
              <a:lnSpc>
                <a:spcPct val="107000"/>
              </a:lnSpc>
              <a:spcAft>
                <a:spcPts val="800"/>
              </a:spcAft>
            </a:pPr>
            <a:endParaRPr lang="en-US" sz="3200" dirty="0">
              <a:latin typeface="Times New Roman" panose="02020603050405020304" pitchFamily="18" charset="0"/>
              <a:ea typeface="Aptos" panose="020B0004020202020204" pitchFamily="34" charset="0"/>
              <a:cs typeface="Times New Roman" panose="02020603050405020304" pitchFamily="18" charset="0"/>
            </a:endParaRPr>
          </a:p>
          <a:p>
            <a:pPr algn="just">
              <a:lnSpc>
                <a:spcPct val="107000"/>
              </a:lnSpc>
              <a:spcAft>
                <a:spcPts val="800"/>
              </a:spcAft>
            </a:pPr>
            <a:endParaRPr lang="en-US" sz="3200" dirty="0">
              <a:latin typeface="Times New Roman" panose="02020603050405020304" pitchFamily="18" charset="0"/>
              <a:ea typeface="Aptos" panose="020B0004020202020204" pitchFamily="34" charset="0"/>
              <a:cs typeface="Times New Roman" panose="02020603050405020304" pitchFamily="18" charset="0"/>
            </a:endParaRPr>
          </a:p>
          <a:p>
            <a:pPr algn="just">
              <a:lnSpc>
                <a:spcPct val="107000"/>
              </a:lnSpc>
              <a:spcAft>
                <a:spcPts val="800"/>
              </a:spcAft>
            </a:pPr>
            <a:endParaRPr lang="en-US" sz="3200" dirty="0">
              <a:latin typeface="Times New Roman" panose="02020603050405020304" pitchFamily="18" charset="0"/>
              <a:ea typeface="Aptos" panose="020B0004020202020204" pitchFamily="34" charset="0"/>
              <a:cs typeface="Times New Roman" panose="02020603050405020304" pitchFamily="18" charset="0"/>
            </a:endParaRPr>
          </a:p>
          <a:p>
            <a:pPr algn="just">
              <a:lnSpc>
                <a:spcPct val="107000"/>
              </a:lnSpc>
              <a:spcAft>
                <a:spcPts val="800"/>
              </a:spcAft>
            </a:pPr>
            <a:endParaRPr lang="en-US" sz="3200" dirty="0">
              <a:latin typeface="Times New Roman" panose="02020603050405020304" pitchFamily="18" charset="0"/>
              <a:ea typeface="Aptos" panose="020B0004020202020204" pitchFamily="34" charset="0"/>
              <a:cs typeface="Times New Roman" panose="02020603050405020304" pitchFamily="18" charset="0"/>
            </a:endParaRPr>
          </a:p>
          <a:p>
            <a:pPr algn="just">
              <a:lnSpc>
                <a:spcPct val="107000"/>
              </a:lnSpc>
              <a:spcAft>
                <a:spcPts val="800"/>
              </a:spcAft>
            </a:pPr>
            <a:endParaRPr lang="en-US" sz="3200" dirty="0">
              <a:latin typeface="Times New Roman" panose="02020603050405020304" pitchFamily="18" charset="0"/>
              <a:ea typeface="Aptos" panose="020B0004020202020204" pitchFamily="34" charset="0"/>
              <a:cs typeface="Times New Roman" panose="02020603050405020304" pitchFamily="18" charset="0"/>
            </a:endParaRPr>
          </a:p>
          <a:p>
            <a:pPr algn="just">
              <a:lnSpc>
                <a:spcPct val="107000"/>
              </a:lnSpc>
              <a:spcAft>
                <a:spcPts val="800"/>
              </a:spcAft>
            </a:pPr>
            <a:endParaRPr lang="en-US" sz="3200" dirty="0">
              <a:latin typeface="Times New Roman" panose="02020603050405020304" pitchFamily="18" charset="0"/>
              <a:ea typeface="Aptos" panose="020B0004020202020204" pitchFamily="34" charset="0"/>
              <a:cs typeface="Times New Roman" panose="02020603050405020304" pitchFamily="18" charset="0"/>
            </a:endParaRPr>
          </a:p>
          <a:p>
            <a:pPr algn="just">
              <a:lnSpc>
                <a:spcPct val="107000"/>
              </a:lnSpc>
              <a:spcAft>
                <a:spcPts val="800"/>
              </a:spcAft>
            </a:pPr>
            <a:endParaRPr lang="en-US" sz="3200" dirty="0">
              <a:latin typeface="Times New Roman" panose="02020603050405020304" pitchFamily="18" charset="0"/>
              <a:ea typeface="Aptos" panose="020B0004020202020204" pitchFamily="34" charset="0"/>
              <a:cs typeface="Times New Roman" panose="02020603050405020304" pitchFamily="18" charset="0"/>
            </a:endParaRPr>
          </a:p>
          <a:p>
            <a:pPr algn="just">
              <a:lnSpc>
                <a:spcPct val="107000"/>
              </a:lnSpc>
              <a:spcAft>
                <a:spcPts val="800"/>
              </a:spcAft>
            </a:pPr>
            <a:endParaRPr lang="en-US" sz="3200" dirty="0">
              <a:latin typeface="Times New Roman" panose="02020603050405020304" pitchFamily="18" charset="0"/>
              <a:ea typeface="Aptos" panose="020B0004020202020204" pitchFamily="34" charset="0"/>
              <a:cs typeface="Times New Roman" panose="02020603050405020304" pitchFamily="18" charset="0"/>
            </a:endParaRPr>
          </a:p>
          <a:p>
            <a:pPr algn="just">
              <a:lnSpc>
                <a:spcPct val="107000"/>
              </a:lnSpc>
              <a:spcAft>
                <a:spcPts val="800"/>
              </a:spcAft>
            </a:pPr>
            <a:endParaRPr lang="en-US" sz="3200" dirty="0">
              <a:latin typeface="Times New Roman" panose="02020603050405020304" pitchFamily="18" charset="0"/>
              <a:ea typeface="Aptos" panose="020B0004020202020204" pitchFamily="34" charset="0"/>
              <a:cs typeface="Times New Roman" panose="02020603050405020304" pitchFamily="18" charset="0"/>
            </a:endParaRPr>
          </a:p>
          <a:p>
            <a:pPr algn="just">
              <a:lnSpc>
                <a:spcPct val="107000"/>
              </a:lnSpc>
              <a:spcAft>
                <a:spcPts val="800"/>
              </a:spcAft>
            </a:pPr>
            <a:endParaRPr lang="en-US" sz="3200" dirty="0">
              <a:latin typeface="Times New Roman" panose="02020603050405020304" pitchFamily="18" charset="0"/>
              <a:ea typeface="Aptos" panose="020B0004020202020204" pitchFamily="34" charset="0"/>
              <a:cs typeface="Times New Roman" panose="02020603050405020304" pitchFamily="18" charset="0"/>
            </a:endParaRPr>
          </a:p>
          <a:p>
            <a:pPr algn="just">
              <a:lnSpc>
                <a:spcPct val="107000"/>
              </a:lnSpc>
              <a:spcAft>
                <a:spcPts val="800"/>
              </a:spcAft>
            </a:pPr>
            <a:endParaRPr lang="en-US" sz="3200" dirty="0">
              <a:latin typeface="Times New Roman" panose="02020603050405020304" pitchFamily="18" charset="0"/>
              <a:ea typeface="Aptos" panose="020B0004020202020204" pitchFamily="34" charset="0"/>
              <a:cs typeface="Times New Roman" panose="02020603050405020304" pitchFamily="18" charset="0"/>
            </a:endParaRPr>
          </a:p>
          <a:p>
            <a:pPr algn="just">
              <a:lnSpc>
                <a:spcPct val="107000"/>
              </a:lnSpc>
              <a:spcAft>
                <a:spcPts val="800"/>
              </a:spcAft>
            </a:pPr>
            <a:endParaRPr lang="en-US" sz="3200" dirty="0">
              <a:latin typeface="Times New Roman" panose="02020603050405020304" pitchFamily="18" charset="0"/>
              <a:ea typeface="Aptos" panose="020B0004020202020204" pitchFamily="34" charset="0"/>
              <a:cs typeface="Times New Roman" panose="02020603050405020304" pitchFamily="18" charset="0"/>
            </a:endParaRPr>
          </a:p>
          <a:p>
            <a:pPr algn="just">
              <a:lnSpc>
                <a:spcPct val="107000"/>
              </a:lnSpc>
              <a:spcAft>
                <a:spcPts val="800"/>
              </a:spcAft>
            </a:pPr>
            <a:endParaRPr lang="en-US" sz="3200" dirty="0">
              <a:latin typeface="Times New Roman" panose="02020603050405020304" pitchFamily="18" charset="0"/>
              <a:ea typeface="Aptos" panose="020B0004020202020204" pitchFamily="34" charset="0"/>
              <a:cs typeface="Times New Roman" panose="02020603050405020304" pitchFamily="18" charset="0"/>
            </a:endParaRPr>
          </a:p>
          <a:p>
            <a:pPr algn="just">
              <a:lnSpc>
                <a:spcPct val="107000"/>
              </a:lnSpc>
              <a:spcAft>
                <a:spcPts val="800"/>
              </a:spcAft>
            </a:pPr>
            <a:endParaRPr lang="en-GB" sz="3200" b="1" dirty="0">
              <a:latin typeface="Times New Roman" panose="02020603050405020304" pitchFamily="18" charset="0"/>
              <a:ea typeface="Aptos" panose="020B0004020202020204" pitchFamily="34" charset="0"/>
              <a:cs typeface="Times New Roman" panose="02020603050405020304" pitchFamily="18" charset="0"/>
            </a:endParaRPr>
          </a:p>
          <a:p>
            <a:pPr algn="just">
              <a:lnSpc>
                <a:spcPct val="107000"/>
              </a:lnSpc>
              <a:spcAft>
                <a:spcPts val="800"/>
              </a:spcAft>
            </a:pPr>
            <a:endParaRPr lang="en-GB" sz="3200" b="1" dirty="0">
              <a:latin typeface="Times New Roman" panose="02020603050405020304" pitchFamily="18" charset="0"/>
              <a:ea typeface="Aptos" panose="020B0004020202020204" pitchFamily="34" charset="0"/>
              <a:cs typeface="Times New Roman" panose="02020603050405020304" pitchFamily="18" charset="0"/>
            </a:endParaRPr>
          </a:p>
          <a:p>
            <a:pPr algn="just">
              <a:lnSpc>
                <a:spcPct val="107000"/>
              </a:lnSpc>
              <a:spcAft>
                <a:spcPts val="800"/>
              </a:spcAft>
            </a:pPr>
            <a:endParaRPr lang="en-GB" sz="3200" b="1" dirty="0">
              <a:latin typeface="Times New Roman" panose="02020603050405020304" pitchFamily="18" charset="0"/>
              <a:ea typeface="Aptos" panose="020B0004020202020204" pitchFamily="34" charset="0"/>
              <a:cs typeface="Times New Roman" panose="02020603050405020304" pitchFamily="18" charset="0"/>
            </a:endParaRPr>
          </a:p>
          <a:p>
            <a:pPr algn="just">
              <a:lnSpc>
                <a:spcPct val="107000"/>
              </a:lnSpc>
              <a:spcAft>
                <a:spcPts val="800"/>
              </a:spcAft>
            </a:pPr>
            <a:endParaRPr lang="en-GB" sz="3200" b="1" dirty="0">
              <a:latin typeface="Times New Roman" panose="02020603050405020304" pitchFamily="18" charset="0"/>
              <a:ea typeface="Aptos" panose="020B0004020202020204" pitchFamily="34" charset="0"/>
              <a:cs typeface="Times New Roman" panose="02020603050405020304" pitchFamily="18" charset="0"/>
            </a:endParaRPr>
          </a:p>
          <a:p>
            <a:pPr algn="just">
              <a:lnSpc>
                <a:spcPct val="107000"/>
              </a:lnSpc>
              <a:spcAft>
                <a:spcPts val="800"/>
              </a:spcAft>
            </a:pPr>
            <a:endParaRPr lang="en-GB" sz="3200" b="1" dirty="0">
              <a:latin typeface="Times New Roman" panose="02020603050405020304" pitchFamily="18" charset="0"/>
              <a:ea typeface="Aptos" panose="020B0004020202020204" pitchFamily="34" charset="0"/>
              <a:cs typeface="Times New Roman" panose="02020603050405020304" pitchFamily="18" charset="0"/>
            </a:endParaRPr>
          </a:p>
          <a:p>
            <a:pPr algn="just">
              <a:lnSpc>
                <a:spcPct val="107000"/>
              </a:lnSpc>
              <a:spcAft>
                <a:spcPts val="800"/>
              </a:spcAft>
            </a:pPr>
            <a:endParaRPr lang="en-GB" sz="3200" b="1" dirty="0">
              <a:latin typeface="Times New Roman" panose="02020603050405020304" pitchFamily="18" charset="0"/>
              <a:ea typeface="Aptos" panose="020B0004020202020204" pitchFamily="34" charset="0"/>
              <a:cs typeface="Times New Roman" panose="02020603050405020304" pitchFamily="18" charset="0"/>
            </a:endParaRPr>
          </a:p>
          <a:p>
            <a:pPr algn="just">
              <a:lnSpc>
                <a:spcPct val="107000"/>
              </a:lnSpc>
              <a:spcAft>
                <a:spcPts val="800"/>
              </a:spcAft>
            </a:pPr>
            <a:r>
              <a:rPr lang="en-GB" sz="3600" b="1" dirty="0">
                <a:latin typeface="Times New Roman" panose="02020603050405020304" pitchFamily="18" charset="0"/>
                <a:ea typeface="Aptos" panose="020B0004020202020204" pitchFamily="34" charset="0"/>
                <a:cs typeface="Times New Roman" panose="02020603050405020304" pitchFamily="18" charset="0"/>
              </a:rPr>
              <a:t>Preliminary Result</a:t>
            </a:r>
          </a:p>
          <a:p>
            <a:pPr algn="just">
              <a:lnSpc>
                <a:spcPct val="107000"/>
              </a:lnSpc>
              <a:spcAft>
                <a:spcPts val="800"/>
              </a:spcAft>
            </a:pPr>
            <a:endParaRPr lang="en-US" sz="3200" dirty="0">
              <a:latin typeface="Times New Roman" panose="02020603050405020304" pitchFamily="18" charset="0"/>
              <a:ea typeface="Aptos" panose="020B0004020202020204" pitchFamily="34" charset="0"/>
              <a:cs typeface="Times New Roman" panose="02020603050405020304" pitchFamily="18" charset="0"/>
            </a:endParaRPr>
          </a:p>
          <a:p>
            <a:pPr algn="just">
              <a:lnSpc>
                <a:spcPct val="107000"/>
              </a:lnSpc>
              <a:spcAft>
                <a:spcPts val="800"/>
              </a:spcAft>
            </a:pPr>
            <a:r>
              <a:rPr lang="en-GB" sz="3200" dirty="0">
                <a:latin typeface="Times New Roman" panose="02020603050405020304" pitchFamily="18" charset="0"/>
                <a:ea typeface="Aptos" panose="020B0004020202020204" pitchFamily="34" charset="0"/>
                <a:cs typeface="Times New Roman" panose="02020603050405020304" pitchFamily="18" charset="0"/>
              </a:rPr>
              <a:t>Below shows the tabular representation of the preliminary results for Decision Tree, Random Forest, and SVM models. It summarizes the key evaluation metrics for each model, including Accuracy, Precision, Recall, and F1-score. </a:t>
            </a:r>
          </a:p>
          <a:p>
            <a:pPr algn="just">
              <a:lnSpc>
                <a:spcPct val="107000"/>
              </a:lnSpc>
              <a:spcAft>
                <a:spcPts val="800"/>
              </a:spcAft>
            </a:pPr>
            <a:endParaRPr lang="en-GB" sz="3200" dirty="0">
              <a:latin typeface="Times New Roman" panose="02020603050405020304" pitchFamily="18" charset="0"/>
              <a:ea typeface="Aptos" panose="020B0004020202020204" pitchFamily="34" charset="0"/>
              <a:cs typeface="Times New Roman" panose="02020603050405020304" pitchFamily="18" charset="0"/>
            </a:endParaRPr>
          </a:p>
          <a:p>
            <a:pPr algn="just">
              <a:lnSpc>
                <a:spcPct val="107000"/>
              </a:lnSpc>
              <a:spcAft>
                <a:spcPts val="800"/>
              </a:spcAft>
            </a:pPr>
            <a:endParaRPr lang="en-US" sz="3200" dirty="0">
              <a:latin typeface="Times New Roman" panose="02020603050405020304" pitchFamily="18" charset="0"/>
              <a:ea typeface="Aptos" panose="020B0004020202020204" pitchFamily="34" charset="0"/>
              <a:cs typeface="Times New Roman" panose="02020603050405020304" pitchFamily="18" charset="0"/>
            </a:endParaRPr>
          </a:p>
          <a:p>
            <a:pPr algn="just">
              <a:lnSpc>
                <a:spcPct val="107000"/>
              </a:lnSpc>
              <a:spcAft>
                <a:spcPts val="800"/>
              </a:spcAft>
            </a:pPr>
            <a:endParaRPr lang="en-US" sz="3200" dirty="0">
              <a:latin typeface="Times New Roman" panose="02020603050405020304" pitchFamily="18" charset="0"/>
              <a:ea typeface="Aptos" panose="020B0004020202020204" pitchFamily="34" charset="0"/>
              <a:cs typeface="Times New Roman" panose="02020603050405020304" pitchFamily="18" charset="0"/>
            </a:endParaRPr>
          </a:p>
          <a:p>
            <a:pPr algn="just">
              <a:lnSpc>
                <a:spcPct val="107000"/>
              </a:lnSpc>
              <a:spcAft>
                <a:spcPts val="800"/>
              </a:spcAft>
            </a:pPr>
            <a:endParaRPr lang="en-US" sz="3200" dirty="0">
              <a:latin typeface="Times New Roman" panose="02020603050405020304" pitchFamily="18" charset="0"/>
              <a:ea typeface="Aptos" panose="020B0004020202020204" pitchFamily="34" charset="0"/>
              <a:cs typeface="Times New Roman" panose="02020603050405020304" pitchFamily="18" charset="0"/>
            </a:endParaRPr>
          </a:p>
          <a:p>
            <a:pPr algn="just">
              <a:lnSpc>
                <a:spcPct val="107000"/>
              </a:lnSpc>
              <a:spcAft>
                <a:spcPts val="800"/>
              </a:spcAft>
            </a:pPr>
            <a:endParaRPr lang="en-US" sz="3200" dirty="0">
              <a:latin typeface="Times New Roman" panose="02020603050405020304" pitchFamily="18" charset="0"/>
              <a:ea typeface="Aptos" panose="020B0004020202020204" pitchFamily="34" charset="0"/>
              <a:cs typeface="Times New Roman" panose="02020603050405020304" pitchFamily="18" charset="0"/>
            </a:endParaRPr>
          </a:p>
          <a:p>
            <a:pPr algn="just">
              <a:lnSpc>
                <a:spcPct val="107000"/>
              </a:lnSpc>
              <a:spcAft>
                <a:spcPts val="800"/>
              </a:spcAft>
            </a:pPr>
            <a:endParaRPr lang="en-US" sz="3200" dirty="0">
              <a:latin typeface="Times New Roman" panose="02020603050405020304" pitchFamily="18" charset="0"/>
              <a:ea typeface="Aptos" panose="020B0004020202020204" pitchFamily="34" charset="0"/>
              <a:cs typeface="Times New Roman" panose="02020603050405020304" pitchFamily="18" charset="0"/>
            </a:endParaRPr>
          </a:p>
          <a:p>
            <a:pPr algn="just">
              <a:lnSpc>
                <a:spcPct val="107000"/>
              </a:lnSpc>
              <a:spcAft>
                <a:spcPts val="800"/>
              </a:spcAft>
            </a:pPr>
            <a:endParaRPr lang="en-US" sz="3200" dirty="0">
              <a:latin typeface="Times New Roman" panose="02020603050405020304" pitchFamily="18" charset="0"/>
              <a:ea typeface="Aptos" panose="020B0004020202020204" pitchFamily="34" charset="0"/>
              <a:cs typeface="Times New Roman" panose="02020603050405020304" pitchFamily="18" charset="0"/>
            </a:endParaRPr>
          </a:p>
          <a:p>
            <a:pPr algn="just">
              <a:lnSpc>
                <a:spcPct val="107000"/>
              </a:lnSpc>
              <a:spcAft>
                <a:spcPts val="800"/>
              </a:spcAft>
            </a:pPr>
            <a:endParaRPr lang="en-US" sz="3200" dirty="0">
              <a:latin typeface="Times New Roman" panose="02020603050405020304" pitchFamily="18" charset="0"/>
              <a:ea typeface="Aptos" panose="020B0004020202020204" pitchFamily="34" charset="0"/>
              <a:cs typeface="Times New Roman" panose="02020603050405020304" pitchFamily="18" charset="0"/>
            </a:endParaRPr>
          </a:p>
          <a:p>
            <a:pPr algn="just">
              <a:lnSpc>
                <a:spcPct val="107000"/>
              </a:lnSpc>
              <a:spcAft>
                <a:spcPts val="800"/>
              </a:spcAft>
            </a:pPr>
            <a:endParaRPr lang="en-US" sz="3200" dirty="0">
              <a:latin typeface="Times New Roman" panose="02020603050405020304" pitchFamily="18" charset="0"/>
              <a:ea typeface="Aptos" panose="020B0004020202020204" pitchFamily="34" charset="0"/>
              <a:cs typeface="Times New Roman" panose="02020603050405020304" pitchFamily="18" charset="0"/>
            </a:endParaRPr>
          </a:p>
          <a:p>
            <a:pPr algn="just">
              <a:lnSpc>
                <a:spcPct val="107000"/>
              </a:lnSpc>
            </a:pPr>
            <a:endParaRPr lang="en-US" sz="3200" dirty="0">
              <a:latin typeface="Times New Roman" panose="02020603050405020304" pitchFamily="18" charset="0"/>
              <a:ea typeface="Aptos" panose="020B0004020202020204" pitchFamily="34" charset="0"/>
              <a:cs typeface="Times New Roman" panose="02020603050405020304" pitchFamily="18" charset="0"/>
            </a:endParaRPr>
          </a:p>
          <a:p>
            <a:pPr marL="342900" indent="-342900" algn="just">
              <a:lnSpc>
                <a:spcPct val="107000"/>
              </a:lnSpc>
              <a:buFont typeface="Symbol" panose="05050102010706020507" pitchFamily="18" charset="2"/>
              <a:buChar char=""/>
            </a:pPr>
            <a:r>
              <a:rPr lang="en-US" sz="3200" dirty="0">
                <a:latin typeface="Times New Roman" panose="02020603050405020304" pitchFamily="18" charset="0"/>
                <a:ea typeface="Aptos" panose="020B0004020202020204" pitchFamily="34" charset="0"/>
                <a:cs typeface="Times New Roman" panose="02020603050405020304" pitchFamily="18" charset="0"/>
              </a:rPr>
              <a:t>SVM appears to have the highest accuracy among the three models, indicating better overall performance.</a:t>
            </a:r>
          </a:p>
          <a:p>
            <a:pPr marL="342900" indent="-342900" algn="just">
              <a:lnSpc>
                <a:spcPct val="107000"/>
              </a:lnSpc>
              <a:buFont typeface="Symbol" panose="05050102010706020507" pitchFamily="18" charset="2"/>
              <a:buChar char=""/>
            </a:pPr>
            <a:r>
              <a:rPr lang="en-US" sz="3200" dirty="0">
                <a:latin typeface="Times New Roman" panose="02020603050405020304" pitchFamily="18" charset="0"/>
                <a:ea typeface="Aptos" panose="020B0004020202020204" pitchFamily="34" charset="0"/>
                <a:cs typeface="Times New Roman" panose="02020603050405020304" pitchFamily="18" charset="0"/>
              </a:rPr>
              <a:t>Random Forest has a relatively balanced precision and recall for "Yes" class, making it a reasonable choice.</a:t>
            </a:r>
          </a:p>
          <a:p>
            <a:pPr marL="342900" indent="-342900" algn="just">
              <a:lnSpc>
                <a:spcPct val="107000"/>
              </a:lnSpc>
              <a:buFont typeface="Symbol" panose="05050102010706020507" pitchFamily="18" charset="2"/>
              <a:buChar char=""/>
            </a:pPr>
            <a:r>
              <a:rPr lang="en-US" sz="3200" dirty="0">
                <a:latin typeface="Times New Roman" panose="02020603050405020304" pitchFamily="18" charset="0"/>
                <a:ea typeface="Aptos" panose="020B0004020202020204" pitchFamily="34" charset="0"/>
                <a:cs typeface="Times New Roman" panose="02020603050405020304" pitchFamily="18" charset="0"/>
              </a:rPr>
              <a:t>Decision Tree has lower precision and recall for "Yes," suggesting it might need further tuning</a:t>
            </a:r>
          </a:p>
          <a:p>
            <a:pPr algn="just">
              <a:lnSpc>
                <a:spcPct val="107000"/>
              </a:lnSpc>
            </a:pPr>
            <a:endParaRPr lang="en-US" sz="3200" dirty="0">
              <a:latin typeface="Times New Roman" panose="02020603050405020304" pitchFamily="18" charset="0"/>
              <a:ea typeface="Aptos" panose="020B0004020202020204" pitchFamily="34" charset="0"/>
              <a:cs typeface="Times New Roman" panose="02020603050405020304" pitchFamily="18" charset="0"/>
            </a:endParaRPr>
          </a:p>
          <a:p>
            <a:pPr algn="just">
              <a:lnSpc>
                <a:spcPct val="107000"/>
              </a:lnSpc>
            </a:pPr>
            <a:r>
              <a:rPr lang="en-US" sz="3600" b="1" dirty="0">
                <a:latin typeface="Times New Roman" panose="02020603050405020304" pitchFamily="18" charset="0"/>
                <a:ea typeface="Aptos" panose="020B0004020202020204" pitchFamily="34" charset="0"/>
                <a:cs typeface="Times New Roman" panose="02020603050405020304" pitchFamily="18" charset="0"/>
              </a:rPr>
              <a:t>Next Steps</a:t>
            </a:r>
          </a:p>
          <a:p>
            <a:pPr algn="just">
              <a:lnSpc>
                <a:spcPct val="107000"/>
              </a:lnSpc>
            </a:pPr>
            <a:endParaRPr lang="en-US" sz="3200" dirty="0">
              <a:latin typeface="Times New Roman" panose="02020603050405020304" pitchFamily="18" charset="0"/>
              <a:ea typeface="Aptos" panose="020B0004020202020204" pitchFamily="34" charset="0"/>
              <a:cs typeface="Times New Roman" panose="02020603050405020304" pitchFamily="18" charset="0"/>
            </a:endParaRPr>
          </a:p>
          <a:p>
            <a:pPr marL="457200" indent="-457200" algn="just">
              <a:lnSpc>
                <a:spcPct val="107000"/>
              </a:lnSpc>
              <a:buFont typeface="Arial" panose="020B0604020202020204" pitchFamily="34" charset="0"/>
              <a:buChar char="•"/>
            </a:pPr>
            <a:r>
              <a:rPr lang="en-US" sz="3200" dirty="0">
                <a:latin typeface="Times New Roman" panose="02020603050405020304" pitchFamily="18" charset="0"/>
                <a:ea typeface="Aptos" panose="020B0004020202020204" pitchFamily="34" charset="0"/>
                <a:cs typeface="Times New Roman" panose="02020603050405020304" pitchFamily="18" charset="0"/>
              </a:rPr>
              <a:t>Fine tuning the model for better result.</a:t>
            </a:r>
          </a:p>
          <a:p>
            <a:pPr marL="457200" indent="-457200" algn="just">
              <a:lnSpc>
                <a:spcPct val="107000"/>
              </a:lnSpc>
              <a:buFont typeface="Arial" panose="020B0604020202020204" pitchFamily="34" charset="0"/>
              <a:buChar char="•"/>
            </a:pPr>
            <a:r>
              <a:rPr lang="en-US" sz="3200" dirty="0">
                <a:latin typeface="Times New Roman" panose="02020603050405020304" pitchFamily="18" charset="0"/>
                <a:ea typeface="Aptos" panose="020B0004020202020204" pitchFamily="34" charset="0"/>
                <a:cs typeface="Times New Roman" panose="02020603050405020304" pitchFamily="18" charset="0"/>
              </a:rPr>
              <a:t>Implement and test the other machine learning model </a:t>
            </a:r>
            <a:r>
              <a:rPr lang="en-US" sz="3200" dirty="0" err="1">
                <a:latin typeface="Times New Roman" panose="02020603050405020304" pitchFamily="18" charset="0"/>
                <a:ea typeface="Aptos" panose="020B0004020202020204" pitchFamily="34" charset="0"/>
                <a:cs typeface="Times New Roman" panose="02020603050405020304" pitchFamily="18" charset="0"/>
              </a:rPr>
              <a:t>i.e</a:t>
            </a:r>
            <a:r>
              <a:rPr lang="en-US" sz="3200" dirty="0">
                <a:latin typeface="Times New Roman" panose="02020603050405020304" pitchFamily="18" charset="0"/>
                <a:ea typeface="Aptos" panose="020B0004020202020204" pitchFamily="34" charset="0"/>
                <a:cs typeface="Times New Roman" panose="02020603050405020304" pitchFamily="18" charset="0"/>
              </a:rPr>
              <a:t> XG boost and KNN</a:t>
            </a:r>
          </a:p>
          <a:p>
            <a:pPr marL="457200" indent="-457200" algn="just">
              <a:lnSpc>
                <a:spcPct val="107000"/>
              </a:lnSpc>
              <a:buFont typeface="Arial" panose="020B0604020202020204" pitchFamily="34" charset="0"/>
              <a:buChar char="•"/>
            </a:pPr>
            <a:r>
              <a:rPr lang="en-US" sz="3200" dirty="0">
                <a:latin typeface="Times New Roman" panose="02020603050405020304" pitchFamily="18" charset="0"/>
                <a:ea typeface="Aptos" panose="020B0004020202020204" pitchFamily="34" charset="0"/>
                <a:cs typeface="Times New Roman" panose="02020603050405020304" pitchFamily="18" charset="0"/>
              </a:rPr>
              <a:t>Hyper parameter tuning the SVM model using the Ada Boost technique referred from the Literature review</a:t>
            </a:r>
          </a:p>
          <a:p>
            <a:pPr marL="457200" indent="-457200" algn="just">
              <a:lnSpc>
                <a:spcPct val="107000"/>
              </a:lnSpc>
              <a:buFont typeface="Arial" panose="020B0604020202020204" pitchFamily="34" charset="0"/>
              <a:buChar char="•"/>
            </a:pPr>
            <a:r>
              <a:rPr lang="en-US" sz="3200" dirty="0">
                <a:latin typeface="Times New Roman" panose="02020603050405020304" pitchFamily="18" charset="0"/>
                <a:ea typeface="Aptos" panose="020B0004020202020204" pitchFamily="34" charset="0"/>
                <a:cs typeface="Times New Roman" panose="02020603050405020304" pitchFamily="18" charset="0"/>
              </a:rPr>
              <a:t>Compared the results and finalize the model </a:t>
            </a:r>
          </a:p>
        </p:txBody>
      </p:sp>
      <p:graphicFrame>
        <p:nvGraphicFramePr>
          <p:cNvPr id="20" name="Table 19">
            <a:extLst>
              <a:ext uri="{FF2B5EF4-FFF2-40B4-BE49-F238E27FC236}">
                <a16:creationId xmlns:a16="http://schemas.microsoft.com/office/drawing/2014/main" id="{B345A176-8613-D355-B3C5-695D2693DD6C}"/>
              </a:ext>
            </a:extLst>
          </p:cNvPr>
          <p:cNvGraphicFramePr>
            <a:graphicFrameLocks noGrp="1"/>
          </p:cNvGraphicFramePr>
          <p:nvPr>
            <p:extLst>
              <p:ext uri="{D42A27DB-BD31-4B8C-83A1-F6EECF244321}">
                <p14:modId xmlns:p14="http://schemas.microsoft.com/office/powerpoint/2010/main" val="210936807"/>
              </p:ext>
            </p:extLst>
          </p:nvPr>
        </p:nvGraphicFramePr>
        <p:xfrm>
          <a:off x="15137606" y="22952572"/>
          <a:ext cx="14185988" cy="5064369"/>
        </p:xfrm>
        <a:graphic>
          <a:graphicData uri="http://schemas.openxmlformats.org/drawingml/2006/table">
            <a:tbl>
              <a:tblPr firstRow="1" firstCol="1" bandRow="1">
                <a:tableStyleId>{93296810-A885-4BE3-A3E7-6D5BEEA58F35}</a:tableStyleId>
              </a:tblPr>
              <a:tblGrid>
                <a:gridCol w="3545841">
                  <a:extLst>
                    <a:ext uri="{9D8B030D-6E8A-4147-A177-3AD203B41FA5}">
                      <a16:colId xmlns:a16="http://schemas.microsoft.com/office/drawing/2014/main" val="2366023607"/>
                    </a:ext>
                  </a:extLst>
                </a:gridCol>
                <a:gridCol w="3545841">
                  <a:extLst>
                    <a:ext uri="{9D8B030D-6E8A-4147-A177-3AD203B41FA5}">
                      <a16:colId xmlns:a16="http://schemas.microsoft.com/office/drawing/2014/main" val="416029026"/>
                    </a:ext>
                  </a:extLst>
                </a:gridCol>
                <a:gridCol w="3547153">
                  <a:extLst>
                    <a:ext uri="{9D8B030D-6E8A-4147-A177-3AD203B41FA5}">
                      <a16:colId xmlns:a16="http://schemas.microsoft.com/office/drawing/2014/main" val="2002221508"/>
                    </a:ext>
                  </a:extLst>
                </a:gridCol>
                <a:gridCol w="3547153">
                  <a:extLst>
                    <a:ext uri="{9D8B030D-6E8A-4147-A177-3AD203B41FA5}">
                      <a16:colId xmlns:a16="http://schemas.microsoft.com/office/drawing/2014/main" val="2415243545"/>
                    </a:ext>
                  </a:extLst>
                </a:gridCol>
              </a:tblGrid>
              <a:tr h="1278753">
                <a:tc>
                  <a:txBody>
                    <a:bodyPr/>
                    <a:lstStyle/>
                    <a:p>
                      <a:pPr marL="0" marR="0">
                        <a:lnSpc>
                          <a:spcPct val="107000"/>
                        </a:lnSpc>
                        <a:spcBef>
                          <a:spcPts val="0"/>
                        </a:spcBef>
                        <a:spcAft>
                          <a:spcPts val="0"/>
                        </a:spcAft>
                      </a:pPr>
                      <a:r>
                        <a:rPr lang="en-GB" sz="3200" dirty="0">
                          <a:effectLst/>
                        </a:rPr>
                        <a:t> </a:t>
                      </a:r>
                      <a:endParaRPr lang="en-US" sz="32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008000"/>
                    </a:solidFill>
                  </a:tcPr>
                </a:tc>
                <a:tc>
                  <a:txBody>
                    <a:bodyPr/>
                    <a:lstStyle/>
                    <a:p>
                      <a:pPr marL="0" marR="0">
                        <a:lnSpc>
                          <a:spcPct val="107000"/>
                        </a:lnSpc>
                        <a:spcBef>
                          <a:spcPts val="0"/>
                        </a:spcBef>
                        <a:spcAft>
                          <a:spcPts val="0"/>
                        </a:spcAft>
                      </a:pPr>
                      <a:r>
                        <a:rPr lang="en-GB" sz="3200" dirty="0">
                          <a:effectLst/>
                        </a:rPr>
                        <a:t>Decision Tree</a:t>
                      </a:r>
                      <a:endParaRPr lang="en-US" sz="32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008000"/>
                    </a:solidFill>
                  </a:tcPr>
                </a:tc>
                <a:tc>
                  <a:txBody>
                    <a:bodyPr/>
                    <a:lstStyle/>
                    <a:p>
                      <a:pPr marL="0" marR="0">
                        <a:lnSpc>
                          <a:spcPct val="107000"/>
                        </a:lnSpc>
                        <a:spcBef>
                          <a:spcPts val="0"/>
                        </a:spcBef>
                        <a:spcAft>
                          <a:spcPts val="0"/>
                        </a:spcAft>
                      </a:pPr>
                      <a:r>
                        <a:rPr lang="en-GB" sz="3200" dirty="0">
                          <a:effectLst/>
                        </a:rPr>
                        <a:t>Random Forest  </a:t>
                      </a:r>
                      <a:endParaRPr lang="en-US" sz="32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008000"/>
                    </a:solidFill>
                  </a:tcPr>
                </a:tc>
                <a:tc>
                  <a:txBody>
                    <a:bodyPr/>
                    <a:lstStyle/>
                    <a:p>
                      <a:pPr marL="0" marR="0">
                        <a:lnSpc>
                          <a:spcPct val="107000"/>
                        </a:lnSpc>
                        <a:spcBef>
                          <a:spcPts val="0"/>
                        </a:spcBef>
                        <a:spcAft>
                          <a:spcPts val="0"/>
                        </a:spcAft>
                      </a:pPr>
                      <a:r>
                        <a:rPr lang="en-GB" sz="3200" dirty="0">
                          <a:effectLst/>
                        </a:rPr>
                        <a:t>SVM             </a:t>
                      </a:r>
                      <a:endParaRPr lang="en-US" sz="32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008000"/>
                    </a:solidFill>
                  </a:tcPr>
                </a:tc>
                <a:extLst>
                  <a:ext uri="{0D108BD9-81ED-4DB2-BD59-A6C34878D82A}">
                    <a16:rowId xmlns:a16="http://schemas.microsoft.com/office/drawing/2014/main" val="2512766456"/>
                  </a:ext>
                </a:extLst>
              </a:tr>
              <a:tr h="946404">
                <a:tc>
                  <a:txBody>
                    <a:bodyPr/>
                    <a:lstStyle/>
                    <a:p>
                      <a:pPr marL="0" marR="0">
                        <a:lnSpc>
                          <a:spcPct val="107000"/>
                        </a:lnSpc>
                        <a:spcBef>
                          <a:spcPts val="0"/>
                        </a:spcBef>
                        <a:spcAft>
                          <a:spcPts val="0"/>
                        </a:spcAft>
                      </a:pPr>
                      <a:r>
                        <a:rPr lang="en-GB" sz="3200" dirty="0">
                          <a:effectLst/>
                        </a:rPr>
                        <a:t>Accuracy</a:t>
                      </a:r>
                      <a:endParaRPr lang="en-US" sz="32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008000"/>
                    </a:solidFill>
                  </a:tcPr>
                </a:tc>
                <a:tc>
                  <a:txBody>
                    <a:bodyPr/>
                    <a:lstStyle/>
                    <a:p>
                      <a:pPr marL="0" marR="0">
                        <a:lnSpc>
                          <a:spcPct val="107000"/>
                        </a:lnSpc>
                        <a:spcBef>
                          <a:spcPts val="0"/>
                        </a:spcBef>
                        <a:spcAft>
                          <a:spcPts val="0"/>
                        </a:spcAft>
                      </a:pPr>
                      <a:r>
                        <a:rPr lang="en-GB" sz="3200" dirty="0">
                          <a:effectLst/>
                        </a:rPr>
                        <a:t>0.72</a:t>
                      </a:r>
                      <a:endParaRPr lang="en-US" sz="32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GB" sz="3200" dirty="0">
                          <a:effectLst/>
                        </a:rPr>
                        <a:t>0.77</a:t>
                      </a:r>
                      <a:endParaRPr lang="en-US" sz="32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GB" sz="3200" dirty="0">
                          <a:effectLst/>
                        </a:rPr>
                        <a:t>0.79</a:t>
                      </a:r>
                      <a:endParaRPr lang="en-US" sz="32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89902280"/>
                  </a:ext>
                </a:extLst>
              </a:tr>
              <a:tr h="946404">
                <a:tc>
                  <a:txBody>
                    <a:bodyPr/>
                    <a:lstStyle/>
                    <a:p>
                      <a:pPr marL="0" marR="0">
                        <a:lnSpc>
                          <a:spcPct val="107000"/>
                        </a:lnSpc>
                        <a:spcBef>
                          <a:spcPts val="0"/>
                        </a:spcBef>
                        <a:spcAft>
                          <a:spcPts val="0"/>
                        </a:spcAft>
                      </a:pPr>
                      <a:r>
                        <a:rPr lang="en-GB" sz="3200" dirty="0">
                          <a:effectLst/>
                        </a:rPr>
                        <a:t>Precision</a:t>
                      </a:r>
                      <a:endParaRPr lang="en-US" sz="32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008000"/>
                    </a:solidFill>
                  </a:tcPr>
                </a:tc>
                <a:tc>
                  <a:txBody>
                    <a:bodyPr/>
                    <a:lstStyle/>
                    <a:p>
                      <a:pPr marL="0" marR="0">
                        <a:lnSpc>
                          <a:spcPct val="107000"/>
                        </a:lnSpc>
                        <a:spcBef>
                          <a:spcPts val="0"/>
                        </a:spcBef>
                        <a:spcAft>
                          <a:spcPts val="0"/>
                        </a:spcAft>
                      </a:pPr>
                      <a:r>
                        <a:rPr lang="en-GB" sz="3200" dirty="0">
                          <a:effectLst/>
                        </a:rPr>
                        <a:t>0.48</a:t>
                      </a:r>
                      <a:endParaRPr lang="en-US" sz="32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GB" sz="3200" dirty="0">
                          <a:effectLst/>
                        </a:rPr>
                        <a:t>0.60</a:t>
                      </a:r>
                      <a:endParaRPr lang="en-US" sz="32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GB" sz="3200">
                          <a:effectLst/>
                        </a:rPr>
                        <a:t>0.66</a:t>
                      </a:r>
                      <a:endParaRPr lang="en-US" sz="32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59730374"/>
                  </a:ext>
                </a:extLst>
              </a:tr>
              <a:tr h="946404">
                <a:tc>
                  <a:txBody>
                    <a:bodyPr/>
                    <a:lstStyle/>
                    <a:p>
                      <a:pPr marL="0" marR="0">
                        <a:lnSpc>
                          <a:spcPct val="107000"/>
                        </a:lnSpc>
                        <a:spcBef>
                          <a:spcPts val="0"/>
                        </a:spcBef>
                        <a:spcAft>
                          <a:spcPts val="0"/>
                        </a:spcAft>
                      </a:pPr>
                      <a:r>
                        <a:rPr lang="en-GB" sz="3200" dirty="0">
                          <a:effectLst/>
                        </a:rPr>
                        <a:t>Recall</a:t>
                      </a:r>
                      <a:endParaRPr lang="en-US" sz="32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008000"/>
                    </a:solidFill>
                  </a:tcPr>
                </a:tc>
                <a:tc>
                  <a:txBody>
                    <a:bodyPr/>
                    <a:lstStyle/>
                    <a:p>
                      <a:pPr marL="0" marR="0">
                        <a:lnSpc>
                          <a:spcPct val="107000"/>
                        </a:lnSpc>
                        <a:spcBef>
                          <a:spcPts val="0"/>
                        </a:spcBef>
                        <a:spcAft>
                          <a:spcPts val="0"/>
                        </a:spcAft>
                      </a:pPr>
                      <a:r>
                        <a:rPr lang="en-GB" sz="3200" dirty="0">
                          <a:effectLst/>
                        </a:rPr>
                        <a:t>0.47</a:t>
                      </a:r>
                      <a:endParaRPr lang="en-US" sz="32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GB" sz="3200">
                          <a:effectLst/>
                        </a:rPr>
                        <a:t>0.46</a:t>
                      </a:r>
                      <a:endParaRPr lang="en-US" sz="32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GB" sz="3200">
                          <a:effectLst/>
                        </a:rPr>
                        <a:t>0.48</a:t>
                      </a:r>
                      <a:endParaRPr lang="en-US" sz="32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18144464"/>
                  </a:ext>
                </a:extLst>
              </a:tr>
              <a:tr h="946404">
                <a:tc>
                  <a:txBody>
                    <a:bodyPr/>
                    <a:lstStyle/>
                    <a:p>
                      <a:pPr marL="0" marR="0">
                        <a:lnSpc>
                          <a:spcPct val="107000"/>
                        </a:lnSpc>
                        <a:spcBef>
                          <a:spcPts val="0"/>
                        </a:spcBef>
                        <a:spcAft>
                          <a:spcPts val="0"/>
                        </a:spcAft>
                      </a:pPr>
                      <a:r>
                        <a:rPr lang="en-GB" sz="3200" dirty="0">
                          <a:effectLst/>
                        </a:rPr>
                        <a:t>F1</a:t>
                      </a:r>
                      <a:endParaRPr lang="en-US" sz="32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solidFill>
                      <a:srgbClr val="008000"/>
                    </a:solidFill>
                  </a:tcPr>
                </a:tc>
                <a:tc>
                  <a:txBody>
                    <a:bodyPr/>
                    <a:lstStyle/>
                    <a:p>
                      <a:pPr marL="0" marR="0">
                        <a:lnSpc>
                          <a:spcPct val="107000"/>
                        </a:lnSpc>
                        <a:spcBef>
                          <a:spcPts val="0"/>
                        </a:spcBef>
                        <a:spcAft>
                          <a:spcPts val="0"/>
                        </a:spcAft>
                      </a:pPr>
                      <a:r>
                        <a:rPr lang="en-GB" sz="3200">
                          <a:effectLst/>
                        </a:rPr>
                        <a:t>0.47</a:t>
                      </a:r>
                      <a:endParaRPr lang="en-US" sz="32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GB" sz="3200">
                          <a:effectLst/>
                        </a:rPr>
                        <a:t>0.52</a:t>
                      </a:r>
                      <a:endParaRPr lang="en-US" sz="32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GB" sz="3200" dirty="0">
                          <a:effectLst/>
                        </a:rPr>
                        <a:t>0.56</a:t>
                      </a:r>
                      <a:endParaRPr lang="en-US" sz="32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588952"/>
                  </a:ext>
                </a:extLst>
              </a:tr>
            </a:tbl>
          </a:graphicData>
        </a:graphic>
      </p:graphicFrame>
      <p:sp>
        <p:nvSpPr>
          <p:cNvPr id="24" name="TextBox 23">
            <a:extLst>
              <a:ext uri="{FF2B5EF4-FFF2-40B4-BE49-F238E27FC236}">
                <a16:creationId xmlns:a16="http://schemas.microsoft.com/office/drawing/2014/main" id="{ABBCC2E2-DC97-5D39-261A-CA4BD54884B3}"/>
              </a:ext>
            </a:extLst>
          </p:cNvPr>
          <p:cNvSpPr txBox="1"/>
          <p:nvPr/>
        </p:nvSpPr>
        <p:spPr>
          <a:xfrm>
            <a:off x="14761369" y="20947062"/>
            <a:ext cx="914400" cy="369460"/>
          </a:xfrm>
          <a:prstGeom prst="rect">
            <a:avLst/>
          </a:prstGeom>
          <a:noFill/>
        </p:spPr>
        <p:txBody>
          <a:bodyPr wrap="square" rtlCol="0">
            <a:spAutoFit/>
          </a:bodyPr>
          <a:lstStyle/>
          <a:p>
            <a:endParaRPr lang="en-US" dirty="0"/>
          </a:p>
        </p:txBody>
      </p:sp>
      <p:sp>
        <p:nvSpPr>
          <p:cNvPr id="25" name="TextBox 24">
            <a:extLst>
              <a:ext uri="{FF2B5EF4-FFF2-40B4-BE49-F238E27FC236}">
                <a16:creationId xmlns:a16="http://schemas.microsoft.com/office/drawing/2014/main" id="{279E934F-FE94-D7B7-5569-ADD317E867AA}"/>
              </a:ext>
            </a:extLst>
          </p:cNvPr>
          <p:cNvSpPr txBox="1"/>
          <p:nvPr/>
        </p:nvSpPr>
        <p:spPr>
          <a:xfrm>
            <a:off x="14461421" y="36052380"/>
            <a:ext cx="15575154" cy="4713085"/>
          </a:xfrm>
          <a:prstGeom prst="rect">
            <a:avLst/>
          </a:prstGeom>
          <a:noFill/>
        </p:spPr>
        <p:txBody>
          <a:bodyPr wrap="square" rtlCol="0">
            <a:spAutoFit/>
          </a:bodyPr>
          <a:lstStyle/>
          <a:p>
            <a:endParaRPr lang="en-GB" sz="3600" dirty="0">
              <a:latin typeface="Times New Roman" panose="02020603050405020304" pitchFamily="18" charset="0"/>
              <a:cs typeface="Times New Roman" panose="02020603050405020304" pitchFamily="18" charset="0"/>
            </a:endParaRPr>
          </a:p>
          <a:p>
            <a:r>
              <a:rPr lang="en-GB" sz="3600" b="1" dirty="0">
                <a:latin typeface="Times New Roman" panose="02020603050405020304" pitchFamily="18" charset="0"/>
                <a:cs typeface="Times New Roman" panose="02020603050405020304" pitchFamily="18" charset="0"/>
              </a:rPr>
              <a:t>Reference</a:t>
            </a:r>
          </a:p>
          <a:p>
            <a:endParaRPr lang="en-GB" sz="36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u="sng" dirty="0">
                <a:solidFill>
                  <a:srgbClr val="0563C1"/>
                </a:solidFill>
                <a:latin typeface="Times New Roman" panose="02020603050405020304" pitchFamily="18" charset="0"/>
                <a:ea typeface="Calibri" panose="020F0502020204030204" pitchFamily="34" charset="0"/>
                <a:cs typeface="Times New Roman" panose="02020603050405020304" pitchFamily="18" charset="0"/>
                <a:hlinkClick r:id="rId2"/>
              </a:rPr>
              <a:t>https://www.researchgate.net/profile/Saran-A/publication/310757545_A_Survey_on_Customer_Churn_Prediction_using_Machine_Learning_Techniques/links/5bb5fb8a299bf13e605e2ae9/A-Survey-on-Customer-Churn-Prediction-using-Machine-Learning-Techniques.pdf</a:t>
            </a:r>
            <a:r>
              <a:rPr lang="en-GB" sz="2000" dirty="0">
                <a:latin typeface="Times New Roman" panose="02020603050405020304" pitchFamily="18" charset="0"/>
                <a:cs typeface="Times New Roman" panose="02020603050405020304" pitchFamily="18" charset="0"/>
              </a:rPr>
              <a:t> </a:t>
            </a:r>
          </a:p>
          <a:p>
            <a:pPr marL="342900" indent="-342900" algn="just">
              <a:lnSpc>
                <a:spcPct val="107000"/>
              </a:lnSpc>
              <a:spcAft>
                <a:spcPts val="800"/>
              </a:spcAft>
              <a:buFont typeface="Arial" panose="020B0604020202020204" pitchFamily="34" charset="0"/>
              <a:buChar char="•"/>
            </a:pPr>
            <a:r>
              <a:rPr lang="en-GB" sz="2000" u="sng" dirty="0">
                <a:solidFill>
                  <a:srgbClr val="0563C1"/>
                </a:solidFill>
                <a:latin typeface="Times New Roman" panose="02020603050405020304" pitchFamily="18" charset="0"/>
                <a:ea typeface="Calibri" panose="020F0502020204030204" pitchFamily="34" charset="0"/>
                <a:cs typeface="Times New Roman" panose="02020603050405020304" pitchFamily="18" charset="0"/>
                <a:hlinkClick r:id="rId3"/>
              </a:rPr>
              <a:t>https://journalofbigdata.springeropen.com/articles/10.1186/s40537-019-0191-6</a:t>
            </a: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pPr marL="342900" indent="-342900" algn="just">
              <a:lnSpc>
                <a:spcPct val="107000"/>
              </a:lnSpc>
              <a:spcAft>
                <a:spcPts val="800"/>
              </a:spcAft>
              <a:buFont typeface="Arial" panose="020B0604020202020204" pitchFamily="34" charset="0"/>
              <a:buChar char="•"/>
            </a:pPr>
            <a:r>
              <a:rPr lang="en-US" sz="2000" dirty="0">
                <a:latin typeface="Times New Roman" panose="02020603050405020304" pitchFamily="18" charset="0"/>
                <a:ea typeface="Aptos" panose="020B0004020202020204" pitchFamily="34" charset="0"/>
                <a:cs typeface="Times New Roman" panose="02020603050405020304" pitchFamily="18" charset="0"/>
                <a:hlinkClick r:id="rId4"/>
              </a:rPr>
              <a:t>https://www.researchgate.net/publication/273439405_A_Comparison_of_Machine_Learning_Techniques_for_Customer_Churn_Prediction</a:t>
            </a:r>
            <a:endParaRPr lang="en-US" sz="2000" dirty="0">
              <a:latin typeface="Times New Roman" panose="02020603050405020304" pitchFamily="18" charset="0"/>
              <a:ea typeface="Aptos" panose="020B0004020202020204" pitchFamily="34" charset="0"/>
              <a:cs typeface="Times New Roman" panose="02020603050405020304" pitchFamily="18" charset="0"/>
            </a:endParaRPr>
          </a:p>
          <a:p>
            <a:pPr marL="342900" indent="-342900" algn="just">
              <a:lnSpc>
                <a:spcPct val="107000"/>
              </a:lnSpc>
              <a:spcAft>
                <a:spcPts val="800"/>
              </a:spcAft>
              <a:buFont typeface="Arial" panose="020B0604020202020204" pitchFamily="34" charset="0"/>
              <a:buChar char="•"/>
            </a:pPr>
            <a:r>
              <a:rPr lang="en-US" sz="2000" dirty="0">
                <a:latin typeface="Times New Roman" panose="02020603050405020304" pitchFamily="18" charset="0"/>
                <a:ea typeface="Aptos" panose="020B0004020202020204" pitchFamily="34" charset="0"/>
                <a:cs typeface="Times New Roman" panose="02020603050405020304" pitchFamily="18" charset="0"/>
                <a:hlinkClick r:id="rId5"/>
              </a:rPr>
              <a:t>https://www.easpublisher.com/get-articles/3872#:~:text=The%20study%20found%20that%20the,predictors%20of%20churn%20%5B1%5D</a:t>
            </a:r>
            <a:r>
              <a:rPr lang="en-US" sz="2000" dirty="0">
                <a:latin typeface="Times New Roman" panose="02020603050405020304" pitchFamily="18" charset="0"/>
                <a:ea typeface="Aptos" panose="020B0004020202020204" pitchFamily="34" charset="0"/>
                <a:cs typeface="Times New Roman" panose="02020603050405020304" pitchFamily="18" charset="0"/>
              </a:rPr>
              <a:t>.</a:t>
            </a:r>
          </a:p>
          <a:p>
            <a:pPr marL="342900" indent="-342900" algn="just">
              <a:lnSpc>
                <a:spcPct val="107000"/>
              </a:lnSpc>
              <a:spcAft>
                <a:spcPts val="800"/>
              </a:spcAft>
              <a:buFont typeface="Arial" panose="020B0604020202020204" pitchFamily="34" charset="0"/>
              <a:buChar char="•"/>
            </a:pPr>
            <a:endParaRPr lang="en-US" sz="2000" dirty="0">
              <a:latin typeface="Times New Roman" panose="02020603050405020304" pitchFamily="18" charset="0"/>
              <a:ea typeface="Aptos" panose="020B0004020202020204" pitchFamily="34" charset="0"/>
              <a:cs typeface="Times New Roman" panose="02020603050405020304" pitchFamily="18" charset="0"/>
            </a:endParaRPr>
          </a:p>
          <a:p>
            <a:endParaRPr lang="en-US" sz="2000" dirty="0">
              <a:cs typeface="Times New Roman" panose="02020603050405020304" pitchFamily="18" charset="0"/>
            </a:endParaRPr>
          </a:p>
        </p:txBody>
      </p:sp>
      <p:sp>
        <p:nvSpPr>
          <p:cNvPr id="11" name="TextBox 10">
            <a:extLst>
              <a:ext uri="{FF2B5EF4-FFF2-40B4-BE49-F238E27FC236}">
                <a16:creationId xmlns:a16="http://schemas.microsoft.com/office/drawing/2014/main" id="{03C89D14-ECCF-2F86-C463-B1561A21C6B5}"/>
              </a:ext>
            </a:extLst>
          </p:cNvPr>
          <p:cNvSpPr txBox="1"/>
          <p:nvPr/>
        </p:nvSpPr>
        <p:spPr>
          <a:xfrm>
            <a:off x="578309" y="4746888"/>
            <a:ext cx="13571965" cy="30981238"/>
          </a:xfrm>
          <a:prstGeom prst="rect">
            <a:avLst/>
          </a:prstGeom>
          <a:noFill/>
        </p:spPr>
        <p:txBody>
          <a:bodyPr wrap="square" rtlCol="0">
            <a:spAutoFit/>
          </a:bodyPr>
          <a:lstStyle/>
          <a:p>
            <a:pPr algn="just">
              <a:lnSpc>
                <a:spcPct val="107000"/>
              </a:lnSpc>
              <a:spcAft>
                <a:spcPts val="800"/>
              </a:spcAft>
            </a:pPr>
            <a:r>
              <a:rPr lang="en-GB" sz="3600" b="1" dirty="0">
                <a:latin typeface="Times New Roman" panose="02020603050405020304" pitchFamily="18" charset="0"/>
                <a:ea typeface="Aptos" panose="020B0004020202020204" pitchFamily="34" charset="0"/>
                <a:cs typeface="Times New Roman" panose="02020603050405020304" pitchFamily="18" charset="0"/>
              </a:rPr>
              <a:t>Introduction</a:t>
            </a:r>
            <a:endParaRPr lang="en-GB" sz="3200" b="1" dirty="0">
              <a:latin typeface="Times New Roman" panose="02020603050405020304" pitchFamily="18" charset="0"/>
              <a:ea typeface="Aptos" panose="020B0004020202020204" pitchFamily="34" charset="0"/>
              <a:cs typeface="Times New Roman" panose="02020603050405020304" pitchFamily="18" charset="0"/>
            </a:endParaRPr>
          </a:p>
          <a:p>
            <a:pPr algn="just">
              <a:lnSpc>
                <a:spcPct val="107000"/>
              </a:lnSpc>
              <a:spcAft>
                <a:spcPts val="800"/>
              </a:spcAft>
            </a:pPr>
            <a:endParaRPr lang="en-US" sz="3200" b="1" dirty="0">
              <a:latin typeface="Times New Roman" panose="02020603050405020304" pitchFamily="18" charset="0"/>
              <a:ea typeface="Aptos" panose="020B0004020202020204" pitchFamily="34" charset="0"/>
              <a:cs typeface="Times New Roman" panose="02020603050405020304" pitchFamily="18" charset="0"/>
            </a:endParaRPr>
          </a:p>
          <a:p>
            <a:pPr algn="just">
              <a:lnSpc>
                <a:spcPct val="107000"/>
              </a:lnSpc>
              <a:spcAft>
                <a:spcPts val="800"/>
              </a:spcAft>
            </a:pPr>
            <a:r>
              <a:rPr lang="en-GB" sz="3200" dirty="0">
                <a:latin typeface="Times New Roman" panose="02020603050405020304" pitchFamily="18" charset="0"/>
                <a:ea typeface="Aptos" panose="020B0004020202020204" pitchFamily="34" charset="0"/>
                <a:cs typeface="Times New Roman" panose="02020603050405020304" pitchFamily="18" charset="0"/>
              </a:rPr>
              <a:t>Customer churn, in a business context, refers to the phenomenon where customers discontinue their association with a company or stop using its products or services. It is a critical metric for businesses, reflecting the rate at which customers leave over a specific period. High customer churn can signify dissatisfaction, competition challenges, or a need for improved customer engagement and retention strategies. Analysing and understanding the factors influencing customer churn are essential for organizations seeking to enhance customer loyalty, satisfaction, and overall business sustainability.</a:t>
            </a:r>
          </a:p>
          <a:p>
            <a:pPr algn="just">
              <a:lnSpc>
                <a:spcPct val="107000"/>
              </a:lnSpc>
              <a:spcAft>
                <a:spcPts val="800"/>
              </a:spcAft>
            </a:pPr>
            <a:endParaRPr lang="en-GB" sz="3200" dirty="0">
              <a:latin typeface="Times New Roman" panose="02020603050405020304" pitchFamily="18" charset="0"/>
              <a:ea typeface="Aptos" panose="020B0004020202020204" pitchFamily="34" charset="0"/>
              <a:cs typeface="Times New Roman" panose="02020603050405020304" pitchFamily="18" charset="0"/>
            </a:endParaRPr>
          </a:p>
          <a:p>
            <a:pPr algn="just">
              <a:lnSpc>
                <a:spcPct val="107000"/>
              </a:lnSpc>
              <a:spcAft>
                <a:spcPts val="800"/>
              </a:spcAft>
            </a:pPr>
            <a:r>
              <a:rPr lang="en-GB" sz="3600" b="1" dirty="0">
                <a:latin typeface="Times New Roman" panose="02020603050405020304" pitchFamily="18" charset="0"/>
                <a:ea typeface="Aptos" panose="020B0004020202020204" pitchFamily="34" charset="0"/>
                <a:cs typeface="Times New Roman" panose="02020603050405020304" pitchFamily="18" charset="0"/>
              </a:rPr>
              <a:t>Dataset</a:t>
            </a:r>
            <a:endParaRPr lang="en-GB" sz="3200" b="1" dirty="0">
              <a:latin typeface="Times New Roman" panose="02020603050405020304" pitchFamily="18" charset="0"/>
              <a:ea typeface="Aptos" panose="020B0004020202020204" pitchFamily="34" charset="0"/>
              <a:cs typeface="Times New Roman" panose="02020603050405020304" pitchFamily="18" charset="0"/>
            </a:endParaRPr>
          </a:p>
          <a:p>
            <a:pPr algn="just">
              <a:lnSpc>
                <a:spcPct val="107000"/>
              </a:lnSpc>
              <a:spcAft>
                <a:spcPts val="800"/>
              </a:spcAft>
            </a:pPr>
            <a:endParaRPr lang="en-US" sz="3200" b="1" dirty="0">
              <a:latin typeface="Times New Roman" panose="02020603050405020304" pitchFamily="18" charset="0"/>
              <a:ea typeface="Aptos" panose="020B0004020202020204" pitchFamily="34" charset="0"/>
              <a:cs typeface="Times New Roman" panose="02020603050405020304" pitchFamily="18" charset="0"/>
            </a:endParaRPr>
          </a:p>
          <a:p>
            <a:pPr algn="just">
              <a:lnSpc>
                <a:spcPct val="107000"/>
              </a:lnSpc>
              <a:spcAft>
                <a:spcPts val="800"/>
              </a:spcAft>
            </a:pPr>
            <a:r>
              <a:rPr lang="en-US" sz="3200" dirty="0">
                <a:latin typeface="Times New Roman" panose="02020603050405020304" pitchFamily="18" charset="0"/>
                <a:ea typeface="Aptos" panose="020B0004020202020204" pitchFamily="34" charset="0"/>
                <a:cs typeface="Times New Roman" panose="02020603050405020304" pitchFamily="18" charset="0"/>
              </a:rPr>
              <a:t>The dataset used for this analysis contains Telco customer churn data of </a:t>
            </a:r>
            <a:r>
              <a:rPr lang="en-US" sz="3200" dirty="0">
                <a:solidFill>
                  <a:srgbClr val="1F1F1F"/>
                </a:solidFill>
                <a:latin typeface="Times New Roman" panose="02020603050405020304" pitchFamily="18" charset="0"/>
                <a:ea typeface="Aptos" panose="020B0004020202020204" pitchFamily="34" charset="0"/>
                <a:cs typeface="Times New Roman" panose="02020603050405020304" pitchFamily="18" charset="0"/>
              </a:rPr>
              <a:t>7043 customers. It is also known as IBM Watson dataset</a:t>
            </a:r>
            <a:r>
              <a:rPr lang="en-US" sz="3200" dirty="0">
                <a:latin typeface="Times New Roman" panose="02020603050405020304" pitchFamily="18" charset="0"/>
                <a:ea typeface="Aptos" panose="020B0004020202020204" pitchFamily="34" charset="0"/>
                <a:cs typeface="Times New Roman" panose="02020603050405020304" pitchFamily="18" charset="0"/>
              </a:rPr>
              <a:t> which acquired from Kaggle website. Each row of the dataset represents the customers, and the columns represents its 21 attributes including gender, tenure, phone service, online security, contract, payment methods etc. That provides </a:t>
            </a:r>
            <a:r>
              <a:rPr lang="en-GB" sz="3200" dirty="0">
                <a:latin typeface="Times New Roman" panose="02020603050405020304" pitchFamily="18" charset="0"/>
                <a:ea typeface="Aptos" panose="020B0004020202020204" pitchFamily="34" charset="0"/>
                <a:cs typeface="Times New Roman" panose="02020603050405020304" pitchFamily="18" charset="0"/>
              </a:rPr>
              <a:t>crucial information related to demographics, contractual dynamics, and usage patterns, offering a comprehensive view of customer engagement. This dataset serves as a valuable resource for exploring factors influencing customer churn, providing insights that can be used for strategic decision making and implementing effective customer retention strategies. This dataset does not contain any personal data or any information which need ethical approval.</a:t>
            </a:r>
          </a:p>
          <a:p>
            <a:pPr algn="just">
              <a:lnSpc>
                <a:spcPct val="107000"/>
              </a:lnSpc>
              <a:spcAft>
                <a:spcPts val="800"/>
              </a:spcAft>
            </a:pPr>
            <a:endParaRPr lang="en-GB" sz="3200" dirty="0">
              <a:latin typeface="Times New Roman" panose="02020603050405020304" pitchFamily="18" charset="0"/>
              <a:ea typeface="Aptos" panose="020B0004020202020204" pitchFamily="34" charset="0"/>
              <a:cs typeface="Times New Roman" panose="02020603050405020304" pitchFamily="18" charset="0"/>
            </a:endParaRPr>
          </a:p>
          <a:p>
            <a:pPr algn="just">
              <a:lnSpc>
                <a:spcPct val="107000"/>
              </a:lnSpc>
              <a:spcAft>
                <a:spcPts val="800"/>
              </a:spcAft>
            </a:pPr>
            <a:r>
              <a:rPr lang="en-US" sz="3600" b="1" dirty="0">
                <a:latin typeface="Times New Roman" panose="02020603050405020304" pitchFamily="18" charset="0"/>
                <a:ea typeface="Aptos" panose="020B0004020202020204" pitchFamily="34" charset="0"/>
                <a:cs typeface="Times New Roman" panose="02020603050405020304" pitchFamily="18" charset="0"/>
              </a:rPr>
              <a:t>Methodology</a:t>
            </a:r>
            <a:endParaRPr lang="en-US" sz="3200" b="1" dirty="0">
              <a:latin typeface="Times New Roman" panose="02020603050405020304" pitchFamily="18" charset="0"/>
              <a:ea typeface="Aptos" panose="020B0004020202020204" pitchFamily="34" charset="0"/>
              <a:cs typeface="Times New Roman" panose="02020603050405020304" pitchFamily="18" charset="0"/>
            </a:endParaRPr>
          </a:p>
          <a:p>
            <a:pPr algn="just">
              <a:lnSpc>
                <a:spcPct val="107000"/>
              </a:lnSpc>
              <a:spcAft>
                <a:spcPts val="800"/>
              </a:spcAft>
            </a:pPr>
            <a:endParaRPr lang="en-US" sz="3200" b="1" dirty="0">
              <a:latin typeface="Times New Roman" panose="02020603050405020304" pitchFamily="18" charset="0"/>
              <a:ea typeface="Aptos" panose="020B0004020202020204" pitchFamily="34" charset="0"/>
              <a:cs typeface="Times New Roman" panose="02020603050405020304" pitchFamily="18" charset="0"/>
            </a:endParaRPr>
          </a:p>
          <a:p>
            <a:pPr algn="just">
              <a:lnSpc>
                <a:spcPct val="107000"/>
              </a:lnSpc>
              <a:spcAft>
                <a:spcPts val="800"/>
              </a:spcAft>
            </a:pPr>
            <a:endParaRPr lang="en-US" sz="3200" b="1" dirty="0">
              <a:latin typeface="Times New Roman" panose="02020603050405020304" pitchFamily="18" charset="0"/>
              <a:ea typeface="Aptos" panose="020B0004020202020204" pitchFamily="34" charset="0"/>
              <a:cs typeface="Times New Roman" panose="02020603050405020304" pitchFamily="18" charset="0"/>
            </a:endParaRPr>
          </a:p>
          <a:p>
            <a:pPr algn="just">
              <a:lnSpc>
                <a:spcPct val="107000"/>
              </a:lnSpc>
              <a:spcAft>
                <a:spcPts val="800"/>
              </a:spcAft>
            </a:pPr>
            <a:endParaRPr lang="en-US" sz="3200" b="1" dirty="0">
              <a:latin typeface="Times New Roman" panose="02020603050405020304" pitchFamily="18" charset="0"/>
              <a:ea typeface="Aptos" panose="020B0004020202020204" pitchFamily="34" charset="0"/>
              <a:cs typeface="Times New Roman" panose="02020603050405020304" pitchFamily="18" charset="0"/>
            </a:endParaRPr>
          </a:p>
          <a:p>
            <a:pPr algn="just">
              <a:lnSpc>
                <a:spcPct val="107000"/>
              </a:lnSpc>
              <a:spcAft>
                <a:spcPts val="800"/>
              </a:spcAft>
            </a:pPr>
            <a:endParaRPr lang="en-US" sz="3200" b="1" dirty="0">
              <a:latin typeface="Times New Roman" panose="02020603050405020304" pitchFamily="18" charset="0"/>
              <a:ea typeface="Aptos" panose="020B0004020202020204" pitchFamily="34" charset="0"/>
              <a:cs typeface="Times New Roman" panose="02020603050405020304" pitchFamily="18" charset="0"/>
            </a:endParaRPr>
          </a:p>
          <a:p>
            <a:pPr algn="just">
              <a:lnSpc>
                <a:spcPct val="107000"/>
              </a:lnSpc>
              <a:spcAft>
                <a:spcPts val="800"/>
              </a:spcAft>
            </a:pPr>
            <a:endParaRPr lang="en-US" sz="3200" b="1" dirty="0">
              <a:latin typeface="Times New Roman" panose="02020603050405020304" pitchFamily="18" charset="0"/>
              <a:ea typeface="Aptos" panose="020B0004020202020204" pitchFamily="34" charset="0"/>
              <a:cs typeface="Times New Roman" panose="02020603050405020304" pitchFamily="18" charset="0"/>
            </a:endParaRPr>
          </a:p>
          <a:p>
            <a:pPr algn="just">
              <a:lnSpc>
                <a:spcPct val="107000"/>
              </a:lnSpc>
              <a:spcAft>
                <a:spcPts val="800"/>
              </a:spcAft>
            </a:pPr>
            <a:endParaRPr lang="en-US" sz="3200" b="1" dirty="0">
              <a:latin typeface="Times New Roman" panose="02020603050405020304" pitchFamily="18" charset="0"/>
              <a:ea typeface="Aptos" panose="020B0004020202020204" pitchFamily="34" charset="0"/>
              <a:cs typeface="Times New Roman" panose="02020603050405020304" pitchFamily="18" charset="0"/>
            </a:endParaRPr>
          </a:p>
          <a:p>
            <a:pPr algn="just">
              <a:lnSpc>
                <a:spcPct val="107000"/>
              </a:lnSpc>
              <a:spcAft>
                <a:spcPts val="800"/>
              </a:spcAft>
            </a:pPr>
            <a:endParaRPr lang="en-US" sz="3200" b="1" dirty="0">
              <a:latin typeface="Times New Roman" panose="02020603050405020304" pitchFamily="18" charset="0"/>
              <a:ea typeface="Aptos" panose="020B0004020202020204" pitchFamily="34" charset="0"/>
              <a:cs typeface="Times New Roman" panose="02020603050405020304" pitchFamily="18" charset="0"/>
            </a:endParaRPr>
          </a:p>
          <a:p>
            <a:pPr algn="just">
              <a:lnSpc>
                <a:spcPct val="107000"/>
              </a:lnSpc>
              <a:spcAft>
                <a:spcPts val="800"/>
              </a:spcAft>
            </a:pPr>
            <a:endParaRPr lang="en-US" sz="3200" b="1" dirty="0">
              <a:latin typeface="Times New Roman" panose="02020603050405020304" pitchFamily="18" charset="0"/>
              <a:ea typeface="Aptos" panose="020B0004020202020204" pitchFamily="34" charset="0"/>
              <a:cs typeface="Times New Roman" panose="02020603050405020304" pitchFamily="18" charset="0"/>
            </a:endParaRPr>
          </a:p>
          <a:p>
            <a:pPr algn="just">
              <a:lnSpc>
                <a:spcPct val="107000"/>
              </a:lnSpc>
              <a:spcAft>
                <a:spcPts val="800"/>
              </a:spcAft>
            </a:pPr>
            <a:endParaRPr lang="en-US" sz="3200" b="1" dirty="0">
              <a:latin typeface="Times New Roman" panose="02020603050405020304" pitchFamily="18" charset="0"/>
              <a:ea typeface="Aptos" panose="020B0004020202020204" pitchFamily="34" charset="0"/>
              <a:cs typeface="Times New Roman" panose="02020603050405020304" pitchFamily="18" charset="0"/>
            </a:endParaRPr>
          </a:p>
          <a:p>
            <a:pPr algn="just">
              <a:lnSpc>
                <a:spcPct val="107000"/>
              </a:lnSpc>
              <a:spcAft>
                <a:spcPts val="800"/>
              </a:spcAft>
            </a:pPr>
            <a:endParaRPr lang="en-US" sz="3200" b="1" dirty="0">
              <a:latin typeface="Times New Roman" panose="02020603050405020304" pitchFamily="18" charset="0"/>
              <a:ea typeface="Aptos" panose="020B0004020202020204" pitchFamily="34" charset="0"/>
              <a:cs typeface="Times New Roman" panose="02020603050405020304" pitchFamily="18" charset="0"/>
            </a:endParaRPr>
          </a:p>
          <a:p>
            <a:pPr algn="just">
              <a:lnSpc>
                <a:spcPct val="107000"/>
              </a:lnSpc>
              <a:spcAft>
                <a:spcPts val="800"/>
              </a:spcAft>
            </a:pPr>
            <a:r>
              <a:rPr lang="en-GB" sz="3200" dirty="0">
                <a:latin typeface="Times New Roman" panose="02020603050405020304" pitchFamily="18" charset="0"/>
                <a:ea typeface="Aptos" panose="020B0004020202020204" pitchFamily="34" charset="0"/>
                <a:cs typeface="Times New Roman" panose="02020603050405020304" pitchFamily="18" charset="0"/>
              </a:rPr>
              <a:t>Model’s  result comparison will help to find &amp; implement the best machine learning model for the customer churn prediction.</a:t>
            </a:r>
          </a:p>
          <a:p>
            <a:pPr algn="just">
              <a:lnSpc>
                <a:spcPct val="107000"/>
              </a:lnSpc>
              <a:spcAft>
                <a:spcPts val="800"/>
              </a:spcAft>
            </a:pPr>
            <a:endParaRPr lang="en-US" sz="3200" dirty="0">
              <a:latin typeface="Times New Roman" panose="02020603050405020304" pitchFamily="18" charset="0"/>
              <a:ea typeface="Aptos" panose="020B0004020202020204" pitchFamily="34" charset="0"/>
              <a:cs typeface="Times New Roman" panose="02020603050405020304" pitchFamily="18" charset="0"/>
            </a:endParaRPr>
          </a:p>
          <a:p>
            <a:pPr algn="just">
              <a:lnSpc>
                <a:spcPct val="107000"/>
              </a:lnSpc>
              <a:spcAft>
                <a:spcPts val="800"/>
              </a:spcAft>
            </a:pPr>
            <a:r>
              <a:rPr lang="en-US" sz="3600" b="1" dirty="0">
                <a:latin typeface="Times New Roman" panose="02020603050405020304" pitchFamily="18" charset="0"/>
                <a:ea typeface="Aptos" panose="020B0004020202020204" pitchFamily="34" charset="0"/>
                <a:cs typeface="Times New Roman" panose="02020603050405020304" pitchFamily="18" charset="0"/>
              </a:rPr>
              <a:t>Project</a:t>
            </a:r>
          </a:p>
          <a:p>
            <a:pPr algn="just">
              <a:lnSpc>
                <a:spcPct val="107000"/>
              </a:lnSpc>
              <a:spcAft>
                <a:spcPts val="800"/>
              </a:spcAft>
            </a:pPr>
            <a:endParaRPr lang="en-US" sz="3200" b="1" dirty="0">
              <a:latin typeface="Times New Roman" panose="02020603050405020304" pitchFamily="18" charset="0"/>
              <a:ea typeface="Aptos" panose="020B0004020202020204" pitchFamily="34" charset="0"/>
              <a:cs typeface="Times New Roman" panose="02020603050405020304" pitchFamily="18" charset="0"/>
            </a:endParaRPr>
          </a:p>
          <a:p>
            <a:pPr algn="just">
              <a:lnSpc>
                <a:spcPct val="107000"/>
              </a:lnSpc>
              <a:spcAft>
                <a:spcPts val="800"/>
              </a:spcAft>
            </a:pPr>
            <a:r>
              <a:rPr lang="en-US" sz="3200" dirty="0">
                <a:latin typeface="Times New Roman" panose="02020603050405020304" pitchFamily="18" charset="0"/>
                <a:ea typeface="Aptos" panose="020B0004020202020204" pitchFamily="34" charset="0"/>
                <a:cs typeface="Times New Roman" panose="02020603050405020304" pitchFamily="18" charset="0"/>
              </a:rPr>
              <a:t>This project focuses on predicting customer churn within the telecommunications sector utilizing the provided dataset from Kaggle. The primary aim is to develop a robust machine learning model that accurately predicts instances of customer churn. Implementation involves preprocessing the dataset, exploring relevant features, and employing predictive modelling techniques such as classification algorithms to build an effective churn prediction model. By leveraging historical data, the analysis seeks to identify patterns and factors contributing to churn, allowing businesses to proactively address customer retention strategies and enhance overall customer satisfaction within the telecommunications industry.</a:t>
            </a:r>
          </a:p>
          <a:p>
            <a:pPr algn="just">
              <a:lnSpc>
                <a:spcPct val="107000"/>
              </a:lnSpc>
              <a:spcAft>
                <a:spcPts val="800"/>
              </a:spcAft>
            </a:pPr>
            <a:endParaRPr lang="en-US" sz="3200" dirty="0">
              <a:latin typeface="Times New Roman" panose="02020603050405020304" pitchFamily="18" charset="0"/>
              <a:ea typeface="Aptos" panose="020B0004020202020204" pitchFamily="34" charset="0"/>
              <a:cs typeface="Times New Roman" panose="02020603050405020304" pitchFamily="18" charset="0"/>
            </a:endParaRPr>
          </a:p>
          <a:p>
            <a:pPr algn="just">
              <a:lnSpc>
                <a:spcPct val="107000"/>
              </a:lnSpc>
              <a:spcAft>
                <a:spcPts val="800"/>
              </a:spcAft>
            </a:pPr>
            <a:r>
              <a:rPr lang="en-US" sz="3600" b="1" dirty="0">
                <a:latin typeface="Times New Roman" panose="02020603050405020304" pitchFamily="18" charset="0"/>
                <a:ea typeface="Aptos" panose="020B0004020202020204" pitchFamily="34" charset="0"/>
                <a:cs typeface="Times New Roman" panose="02020603050405020304" pitchFamily="18" charset="0"/>
              </a:rPr>
              <a:t>Exploratory Data Analysis</a:t>
            </a:r>
          </a:p>
          <a:p>
            <a:pPr algn="just">
              <a:lnSpc>
                <a:spcPct val="107000"/>
              </a:lnSpc>
              <a:spcAft>
                <a:spcPts val="800"/>
              </a:spcAft>
            </a:pPr>
            <a:endParaRPr lang="en-US" sz="3200" dirty="0">
              <a:latin typeface="Times New Roman" panose="02020603050405020304" pitchFamily="18" charset="0"/>
              <a:ea typeface="Aptos" panose="020B0004020202020204" pitchFamily="34" charset="0"/>
              <a:cs typeface="Times New Roman" panose="02020603050405020304" pitchFamily="18" charset="0"/>
            </a:endParaRPr>
          </a:p>
        </p:txBody>
      </p:sp>
      <p:graphicFrame>
        <p:nvGraphicFramePr>
          <p:cNvPr id="22" name="Diagram 21">
            <a:extLst>
              <a:ext uri="{FF2B5EF4-FFF2-40B4-BE49-F238E27FC236}">
                <a16:creationId xmlns:a16="http://schemas.microsoft.com/office/drawing/2014/main" id="{938D02CA-5823-A892-ED92-AE138F0F60A2}"/>
              </a:ext>
            </a:extLst>
          </p:cNvPr>
          <p:cNvGraphicFramePr/>
          <p:nvPr>
            <p:extLst>
              <p:ext uri="{D42A27DB-BD31-4B8C-83A1-F6EECF244321}">
                <p14:modId xmlns:p14="http://schemas.microsoft.com/office/powerpoint/2010/main" val="2332177981"/>
              </p:ext>
            </p:extLst>
          </p:nvPr>
        </p:nvGraphicFramePr>
        <p:xfrm>
          <a:off x="898694" y="20073581"/>
          <a:ext cx="12726723" cy="498046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23" name="TextBox 22">
            <a:extLst>
              <a:ext uri="{FF2B5EF4-FFF2-40B4-BE49-F238E27FC236}">
                <a16:creationId xmlns:a16="http://schemas.microsoft.com/office/drawing/2014/main" id="{42205629-F099-4354-4656-19B138C5E006}"/>
              </a:ext>
            </a:extLst>
          </p:cNvPr>
          <p:cNvSpPr txBox="1"/>
          <p:nvPr/>
        </p:nvSpPr>
        <p:spPr>
          <a:xfrm>
            <a:off x="2272582" y="23896668"/>
            <a:ext cx="2185216" cy="830997"/>
          </a:xfrm>
          <a:prstGeom prst="rect">
            <a:avLst/>
          </a:prstGeom>
          <a:noFill/>
        </p:spPr>
        <p:txBody>
          <a:bodyPr wrap="square" rtlCol="0">
            <a:spAutoFit/>
          </a:bodyPr>
          <a:lstStyle/>
          <a:p>
            <a:r>
              <a:rPr lang="en-US" sz="2400" b="1" dirty="0">
                <a:solidFill>
                  <a:srgbClr val="ECECEC"/>
                </a:solidFill>
                <a:latin typeface="Söhne"/>
              </a:rPr>
              <a:t>Results</a:t>
            </a:r>
            <a:r>
              <a:rPr lang="en-US" b="1" dirty="0">
                <a:solidFill>
                  <a:srgbClr val="ECECEC"/>
                </a:solidFill>
                <a:latin typeface="Söhne"/>
              </a:rPr>
              <a:t> </a:t>
            </a:r>
            <a:r>
              <a:rPr lang="en-US" sz="2400" b="1" dirty="0">
                <a:solidFill>
                  <a:srgbClr val="ECECEC"/>
                </a:solidFill>
                <a:latin typeface="Söhne"/>
              </a:rPr>
              <a:t>Interpretation</a:t>
            </a:r>
            <a:endParaRPr lang="en-US" sz="2400" dirty="0"/>
          </a:p>
        </p:txBody>
      </p:sp>
      <p:pic>
        <p:nvPicPr>
          <p:cNvPr id="19" name="Picture 18">
            <a:extLst>
              <a:ext uri="{FF2B5EF4-FFF2-40B4-BE49-F238E27FC236}">
                <a16:creationId xmlns:a16="http://schemas.microsoft.com/office/drawing/2014/main" id="{DE6BA5D1-F0D5-14E2-67B7-CA6F7D44D986}"/>
              </a:ext>
            </a:extLst>
          </p:cNvPr>
          <p:cNvPicPr>
            <a:picLocks noChangeAspect="1"/>
          </p:cNvPicPr>
          <p:nvPr/>
        </p:nvPicPr>
        <p:blipFill>
          <a:blip r:embed="rId11"/>
          <a:stretch>
            <a:fillRect/>
          </a:stretch>
        </p:blipFill>
        <p:spPr>
          <a:xfrm>
            <a:off x="15836915" y="6601440"/>
            <a:ext cx="12467204" cy="6487276"/>
          </a:xfrm>
          <a:prstGeom prst="rect">
            <a:avLst/>
          </a:prstGeom>
        </p:spPr>
      </p:pic>
      <p:pic>
        <p:nvPicPr>
          <p:cNvPr id="27" name="Picture 26">
            <a:extLst>
              <a:ext uri="{FF2B5EF4-FFF2-40B4-BE49-F238E27FC236}">
                <a16:creationId xmlns:a16="http://schemas.microsoft.com/office/drawing/2014/main" id="{45290726-DD43-CD14-7181-97FB27ADC9E0}"/>
              </a:ext>
            </a:extLst>
          </p:cNvPr>
          <p:cNvPicPr>
            <a:picLocks noChangeAspect="1"/>
          </p:cNvPicPr>
          <p:nvPr/>
        </p:nvPicPr>
        <p:blipFill>
          <a:blip r:embed="rId12"/>
          <a:stretch>
            <a:fillRect/>
          </a:stretch>
        </p:blipFill>
        <p:spPr>
          <a:xfrm>
            <a:off x="15836915" y="13225158"/>
            <a:ext cx="12467204" cy="5903742"/>
          </a:xfrm>
          <a:prstGeom prst="rect">
            <a:avLst/>
          </a:prstGeom>
        </p:spPr>
      </p:pic>
      <p:pic>
        <p:nvPicPr>
          <p:cNvPr id="28" name="Picture 27">
            <a:extLst>
              <a:ext uri="{FF2B5EF4-FFF2-40B4-BE49-F238E27FC236}">
                <a16:creationId xmlns:a16="http://schemas.microsoft.com/office/drawing/2014/main" id="{6C4E06C0-1FB8-F315-FA33-DAC0982244D0}"/>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2272583" y="35097420"/>
            <a:ext cx="7870469" cy="7045712"/>
          </a:xfrm>
          <a:prstGeom prst="rect">
            <a:avLst/>
          </a:prstGeom>
        </p:spPr>
      </p:pic>
      <p:sp>
        <p:nvSpPr>
          <p:cNvPr id="30" name="TextBox 29">
            <a:extLst>
              <a:ext uri="{FF2B5EF4-FFF2-40B4-BE49-F238E27FC236}">
                <a16:creationId xmlns:a16="http://schemas.microsoft.com/office/drawing/2014/main" id="{60407577-A7D6-0B85-9F1C-6EAD29306922}"/>
              </a:ext>
            </a:extLst>
          </p:cNvPr>
          <p:cNvSpPr txBox="1"/>
          <p:nvPr/>
        </p:nvSpPr>
        <p:spPr>
          <a:xfrm>
            <a:off x="4199452" y="42234945"/>
            <a:ext cx="5136776" cy="646331"/>
          </a:xfrm>
          <a:prstGeom prst="rect">
            <a:avLst/>
          </a:prstGeom>
          <a:noFill/>
        </p:spPr>
        <p:txBody>
          <a:bodyPr wrap="square" rtlCol="0">
            <a:spAutoFit/>
          </a:bodyPr>
          <a:lstStyle/>
          <a:p>
            <a:r>
              <a:rPr lang="en-US" sz="1800" dirty="0">
                <a:latin typeface="Times New Roman" panose="02020603050405020304" pitchFamily="18" charset="0"/>
                <a:ea typeface="Aptos" panose="020B0004020202020204" pitchFamily="34" charset="0"/>
                <a:cs typeface="Times New Roman" panose="02020603050405020304" pitchFamily="18" charset="0"/>
              </a:rPr>
              <a:t>Fig: Target Feature Visualization</a:t>
            </a:r>
          </a:p>
          <a:p>
            <a:endParaRPr lang="en-US" dirty="0"/>
          </a:p>
        </p:txBody>
      </p:sp>
    </p:spTree>
    <p:extLst>
      <p:ext uri="{BB962C8B-B14F-4D97-AF65-F5344CB8AC3E}">
        <p14:creationId xmlns:p14="http://schemas.microsoft.com/office/powerpoint/2010/main" val="3483344498"/>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1417</TotalTime>
  <Words>714</Words>
  <Application>Microsoft Office PowerPoint</Application>
  <PresentationFormat>Custom</PresentationFormat>
  <Paragraphs>110</Paragraphs>
  <Slides>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Aptos</vt:lpstr>
      <vt:lpstr>Arial</vt:lpstr>
      <vt:lpstr>Calibri</vt:lpstr>
      <vt:lpstr>Calibri Light</vt:lpstr>
      <vt:lpstr>Söhne</vt:lpstr>
      <vt:lpstr>Symbol</vt:lpstr>
      <vt:lpstr>Times New Roman</vt:lpstr>
      <vt:lpstr>Office 2013 - 2022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Ushas Mathew [Student-PECS]</dc:creator>
  <cp:lastModifiedBy>ushas mathew</cp:lastModifiedBy>
  <cp:revision>24</cp:revision>
  <dcterms:created xsi:type="dcterms:W3CDTF">2024-02-29T16:05:31Z</dcterms:created>
  <dcterms:modified xsi:type="dcterms:W3CDTF">2026-08-08T04:08:39Z</dcterms:modified>
</cp:coreProperties>
</file>